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notesMasterIdLst>
    <p:notesMasterId r:id="rId17"/>
  </p:notesMasterIdLst>
  <p:sldIdLst>
    <p:sldId id="405" r:id="rId2"/>
    <p:sldId id="313" r:id="rId3"/>
    <p:sldId id="463" r:id="rId4"/>
    <p:sldId id="461" r:id="rId5"/>
    <p:sldId id="462" r:id="rId6"/>
    <p:sldId id="464" r:id="rId7"/>
    <p:sldId id="314" r:id="rId8"/>
    <p:sldId id="284" r:id="rId9"/>
    <p:sldId id="310" r:id="rId10"/>
    <p:sldId id="305" r:id="rId11"/>
    <p:sldId id="459" r:id="rId12"/>
    <p:sldId id="306" r:id="rId13"/>
    <p:sldId id="311" r:id="rId14"/>
    <p:sldId id="312" r:id="rId15"/>
    <p:sldId id="460" r:id="rId1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DFC"/>
    <a:srgbClr val="79A6FF"/>
    <a:srgbClr val="0047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4249" autoAdjust="0"/>
  </p:normalViewPr>
  <p:slideViewPr>
    <p:cSldViewPr snapToGrid="0" snapToObjects="1">
      <p:cViewPr varScale="1">
        <p:scale>
          <a:sx n="56" d="100"/>
          <a:sy n="56" d="100"/>
        </p:scale>
        <p:origin x="1104" y="2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C9FEFA-28A5-409F-8F8E-7B5CD17149FB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079A5A50-CDC1-4078-93D7-928E6CC671B7}">
      <dgm:prSet phldrT="[Texto]"/>
      <dgm:spPr/>
      <dgm:t>
        <a:bodyPr/>
        <a:lstStyle/>
        <a:p>
          <a:r>
            <a:rPr lang="es-MX" dirty="0">
              <a:latin typeface="Calibri" panose="020F0502020204030204" pitchFamily="34" charset="0"/>
              <a:cs typeface="Arial" panose="020B0604020202020204" pitchFamily="34" charset="0"/>
            </a:rPr>
            <a:t>Mar 7:05pm – 9:40pm hora CDMX, con un descanso de 10 minutos (8:20pm).</a:t>
          </a:r>
          <a:endParaRPr lang="en-GB" dirty="0"/>
        </a:p>
      </dgm:t>
    </dgm:pt>
    <dgm:pt modelId="{BBC9B341-480F-43F1-80F7-C5C0C161B379}" type="parTrans" cxnId="{90F14AD6-1E3C-4989-A4FC-DBA251BB6FAE}">
      <dgm:prSet/>
      <dgm:spPr/>
      <dgm:t>
        <a:bodyPr/>
        <a:lstStyle/>
        <a:p>
          <a:endParaRPr lang="en-GB"/>
        </a:p>
      </dgm:t>
    </dgm:pt>
    <dgm:pt modelId="{F4B91A95-D959-436C-B9F5-35BAC38A2FC7}" type="sibTrans" cxnId="{90F14AD6-1E3C-4989-A4FC-DBA251BB6FAE}">
      <dgm:prSet/>
      <dgm:spPr/>
      <dgm:t>
        <a:bodyPr/>
        <a:lstStyle/>
        <a:p>
          <a:endParaRPr lang="en-GB"/>
        </a:p>
      </dgm:t>
    </dgm:pt>
    <dgm:pt modelId="{5A8996D7-2AE9-4801-BFA2-C99F4B3E5959}">
      <dgm:prSet/>
      <dgm:spPr/>
      <dgm:t>
        <a:bodyPr/>
        <a:lstStyle/>
        <a:p>
          <a:r>
            <a:rPr lang="es-MX" dirty="0">
              <a:latin typeface="Calibri" panose="020F0502020204030204" pitchFamily="34" charset="0"/>
              <a:cs typeface="Arial" panose="020B0604020202020204" pitchFamily="34" charset="0"/>
            </a:rPr>
            <a:t>Se espera cortesía y respeto entre todos los participantes.</a:t>
          </a:r>
        </a:p>
      </dgm:t>
    </dgm:pt>
    <dgm:pt modelId="{C3C03368-2EEB-45A4-923A-F4FC1D1AFCC5}" type="parTrans" cxnId="{06838A64-81EC-469D-9D1E-785D691555A9}">
      <dgm:prSet/>
      <dgm:spPr/>
      <dgm:t>
        <a:bodyPr/>
        <a:lstStyle/>
        <a:p>
          <a:endParaRPr lang="en-GB"/>
        </a:p>
      </dgm:t>
    </dgm:pt>
    <dgm:pt modelId="{EB4B53CE-1FE7-406B-967A-A5F9A848DCBB}" type="sibTrans" cxnId="{06838A64-81EC-469D-9D1E-785D691555A9}">
      <dgm:prSet/>
      <dgm:spPr/>
      <dgm:t>
        <a:bodyPr/>
        <a:lstStyle/>
        <a:p>
          <a:endParaRPr lang="en-GB"/>
        </a:p>
      </dgm:t>
    </dgm:pt>
    <dgm:pt modelId="{B64FBF40-A005-4BA2-AF80-EF17D7A124EC}">
      <dgm:prSet/>
      <dgm:spPr/>
      <dgm:t>
        <a:bodyPr/>
        <a:lstStyle/>
        <a:p>
          <a:r>
            <a:rPr lang="es-MX" dirty="0">
              <a:latin typeface="Calibri" panose="020F0502020204030204" pitchFamily="34" charset="0"/>
              <a:cs typeface="Arial" panose="020B0604020202020204" pitchFamily="34" charset="0"/>
            </a:rPr>
            <a:t>Evita estar realizando actividades de manera simultánea ajenas a la clase que pudieran distraerte.</a:t>
          </a:r>
          <a:endParaRPr lang="en-GB" dirty="0">
            <a:latin typeface="Calibri" panose="020F0502020204030204" pitchFamily="34" charset="0"/>
            <a:cs typeface="Arial" panose="020B0604020202020204" pitchFamily="34" charset="0"/>
          </a:endParaRPr>
        </a:p>
      </dgm:t>
    </dgm:pt>
    <dgm:pt modelId="{87483379-10DB-4A97-B51A-852D61FD911F}" type="parTrans" cxnId="{52CECC2D-C62F-4AEA-B1E1-DC6969EE77A8}">
      <dgm:prSet/>
      <dgm:spPr/>
      <dgm:t>
        <a:bodyPr/>
        <a:lstStyle/>
        <a:p>
          <a:endParaRPr lang="en-GB"/>
        </a:p>
      </dgm:t>
    </dgm:pt>
    <dgm:pt modelId="{8EA08382-0A65-47D0-8396-78C73C69CC61}" type="sibTrans" cxnId="{52CECC2D-C62F-4AEA-B1E1-DC6969EE77A8}">
      <dgm:prSet/>
      <dgm:spPr/>
      <dgm:t>
        <a:bodyPr/>
        <a:lstStyle/>
        <a:p>
          <a:endParaRPr lang="en-GB"/>
        </a:p>
      </dgm:t>
    </dgm:pt>
    <dgm:pt modelId="{AE56B11F-2C82-4AE1-BECC-E7A9438B914B}">
      <dgm:prSet/>
      <dgm:spPr/>
      <dgm:t>
        <a:bodyPr/>
        <a:lstStyle/>
        <a:p>
          <a:r>
            <a:rPr lang="es-MX" dirty="0">
              <a:latin typeface="Calibri" panose="020F0502020204030204" pitchFamily="34" charset="0"/>
              <a:cs typeface="Arial" panose="020B0604020202020204" pitchFamily="34" charset="0"/>
            </a:rPr>
            <a:t>Asegúrate de tener el micrófono apagado (excepto en caso de dudas) y la cámara encendida durante las sesiones.</a:t>
          </a:r>
        </a:p>
      </dgm:t>
    </dgm:pt>
    <dgm:pt modelId="{7D005D87-72A2-493B-A073-AF1AD6DB3B52}" type="parTrans" cxnId="{76CF5A7B-BC2E-4A0B-8B2B-3B3B6A9C130E}">
      <dgm:prSet/>
      <dgm:spPr/>
      <dgm:t>
        <a:bodyPr/>
        <a:lstStyle/>
        <a:p>
          <a:endParaRPr lang="en-GB"/>
        </a:p>
      </dgm:t>
    </dgm:pt>
    <dgm:pt modelId="{3D73ACA9-E5F5-42AB-9D6C-692CA12DBB0C}" type="sibTrans" cxnId="{76CF5A7B-BC2E-4A0B-8B2B-3B3B6A9C130E}">
      <dgm:prSet/>
      <dgm:spPr/>
      <dgm:t>
        <a:bodyPr/>
        <a:lstStyle/>
        <a:p>
          <a:endParaRPr lang="en-GB"/>
        </a:p>
      </dgm:t>
    </dgm:pt>
    <dgm:pt modelId="{BF363025-43EA-4698-BE9B-116A5D7EB891}" type="pres">
      <dgm:prSet presAssocID="{4EC9FEFA-28A5-409F-8F8E-7B5CD17149FB}" presName="Name0" presStyleCnt="0">
        <dgm:presLayoutVars>
          <dgm:chMax val="7"/>
          <dgm:chPref val="7"/>
          <dgm:dir/>
        </dgm:presLayoutVars>
      </dgm:prSet>
      <dgm:spPr/>
    </dgm:pt>
    <dgm:pt modelId="{427E723C-C675-4693-9E2E-219F97272C76}" type="pres">
      <dgm:prSet presAssocID="{4EC9FEFA-28A5-409F-8F8E-7B5CD17149FB}" presName="Name1" presStyleCnt="0"/>
      <dgm:spPr/>
    </dgm:pt>
    <dgm:pt modelId="{2B502795-92A6-4A69-86DF-A74CA5CC9DED}" type="pres">
      <dgm:prSet presAssocID="{4EC9FEFA-28A5-409F-8F8E-7B5CD17149FB}" presName="cycle" presStyleCnt="0"/>
      <dgm:spPr/>
    </dgm:pt>
    <dgm:pt modelId="{EC315EC3-DDD5-4220-8289-38567DD91FC4}" type="pres">
      <dgm:prSet presAssocID="{4EC9FEFA-28A5-409F-8F8E-7B5CD17149FB}" presName="srcNode" presStyleLbl="node1" presStyleIdx="0" presStyleCnt="4"/>
      <dgm:spPr/>
    </dgm:pt>
    <dgm:pt modelId="{A1501DC2-88CD-467F-A1AD-9EE86621238C}" type="pres">
      <dgm:prSet presAssocID="{4EC9FEFA-28A5-409F-8F8E-7B5CD17149FB}" presName="conn" presStyleLbl="parChTrans1D2" presStyleIdx="0" presStyleCnt="1"/>
      <dgm:spPr/>
    </dgm:pt>
    <dgm:pt modelId="{DB7F70C7-5A79-4F43-B79E-F0D29870ADB3}" type="pres">
      <dgm:prSet presAssocID="{4EC9FEFA-28A5-409F-8F8E-7B5CD17149FB}" presName="extraNode" presStyleLbl="node1" presStyleIdx="0" presStyleCnt="4"/>
      <dgm:spPr/>
    </dgm:pt>
    <dgm:pt modelId="{300545B6-D934-44DF-BA79-C51EFBA7F944}" type="pres">
      <dgm:prSet presAssocID="{4EC9FEFA-28A5-409F-8F8E-7B5CD17149FB}" presName="dstNode" presStyleLbl="node1" presStyleIdx="0" presStyleCnt="4"/>
      <dgm:spPr/>
    </dgm:pt>
    <dgm:pt modelId="{37DDC618-9300-4CE7-BAF2-3E0E5CE7D691}" type="pres">
      <dgm:prSet presAssocID="{079A5A50-CDC1-4078-93D7-928E6CC671B7}" presName="text_1" presStyleLbl="node1" presStyleIdx="0" presStyleCnt="4">
        <dgm:presLayoutVars>
          <dgm:bulletEnabled val="1"/>
        </dgm:presLayoutVars>
      </dgm:prSet>
      <dgm:spPr/>
    </dgm:pt>
    <dgm:pt modelId="{33119060-1E1C-446B-B0A0-C5103D947C74}" type="pres">
      <dgm:prSet presAssocID="{079A5A50-CDC1-4078-93D7-928E6CC671B7}" presName="accent_1" presStyleCnt="0"/>
      <dgm:spPr/>
    </dgm:pt>
    <dgm:pt modelId="{BDA3704B-EF0A-40D6-A255-98CC10756ACC}" type="pres">
      <dgm:prSet presAssocID="{079A5A50-CDC1-4078-93D7-928E6CC671B7}" presName="accentRepeatNode" presStyleLbl="solidFgAcc1" presStyleIdx="0" presStyleCnt="4"/>
      <dgm:spPr/>
    </dgm:pt>
    <dgm:pt modelId="{CF14AFCA-8BD7-478A-8592-D98300A3E8B4}" type="pres">
      <dgm:prSet presAssocID="{5A8996D7-2AE9-4801-BFA2-C99F4B3E5959}" presName="text_2" presStyleLbl="node1" presStyleIdx="1" presStyleCnt="4">
        <dgm:presLayoutVars>
          <dgm:bulletEnabled val="1"/>
        </dgm:presLayoutVars>
      </dgm:prSet>
      <dgm:spPr/>
    </dgm:pt>
    <dgm:pt modelId="{836263EC-6251-400E-BF3A-6E83D5971C61}" type="pres">
      <dgm:prSet presAssocID="{5A8996D7-2AE9-4801-BFA2-C99F4B3E5959}" presName="accent_2" presStyleCnt="0"/>
      <dgm:spPr/>
    </dgm:pt>
    <dgm:pt modelId="{B1A07ED0-1CAE-42FD-BF6B-36900CDA26B8}" type="pres">
      <dgm:prSet presAssocID="{5A8996D7-2AE9-4801-BFA2-C99F4B3E5959}" presName="accentRepeatNode" presStyleLbl="solidFgAcc1" presStyleIdx="1" presStyleCnt="4"/>
      <dgm:spPr/>
    </dgm:pt>
    <dgm:pt modelId="{FDBF3FE9-B685-4B7D-850A-1002E454D4CC}" type="pres">
      <dgm:prSet presAssocID="{B64FBF40-A005-4BA2-AF80-EF17D7A124EC}" presName="text_3" presStyleLbl="node1" presStyleIdx="2" presStyleCnt="4">
        <dgm:presLayoutVars>
          <dgm:bulletEnabled val="1"/>
        </dgm:presLayoutVars>
      </dgm:prSet>
      <dgm:spPr/>
    </dgm:pt>
    <dgm:pt modelId="{4169BC8E-5DAF-43DF-9F83-AE34B63A6D19}" type="pres">
      <dgm:prSet presAssocID="{B64FBF40-A005-4BA2-AF80-EF17D7A124EC}" presName="accent_3" presStyleCnt="0"/>
      <dgm:spPr/>
    </dgm:pt>
    <dgm:pt modelId="{A2727FCB-DA32-492C-921B-E65172490411}" type="pres">
      <dgm:prSet presAssocID="{B64FBF40-A005-4BA2-AF80-EF17D7A124EC}" presName="accentRepeatNode" presStyleLbl="solidFgAcc1" presStyleIdx="2" presStyleCnt="4"/>
      <dgm:spPr/>
    </dgm:pt>
    <dgm:pt modelId="{38A5FEE9-4ED0-45D6-9810-D8E474BD23E9}" type="pres">
      <dgm:prSet presAssocID="{AE56B11F-2C82-4AE1-BECC-E7A9438B914B}" presName="text_4" presStyleLbl="node1" presStyleIdx="3" presStyleCnt="4">
        <dgm:presLayoutVars>
          <dgm:bulletEnabled val="1"/>
        </dgm:presLayoutVars>
      </dgm:prSet>
      <dgm:spPr/>
    </dgm:pt>
    <dgm:pt modelId="{DB129440-8DCA-430D-9AB1-992E230C2590}" type="pres">
      <dgm:prSet presAssocID="{AE56B11F-2C82-4AE1-BECC-E7A9438B914B}" presName="accent_4" presStyleCnt="0"/>
      <dgm:spPr/>
    </dgm:pt>
    <dgm:pt modelId="{583944D4-DAEE-463C-ADAE-615B53414F8E}" type="pres">
      <dgm:prSet presAssocID="{AE56B11F-2C82-4AE1-BECC-E7A9438B914B}" presName="accentRepeatNode" presStyleLbl="solidFgAcc1" presStyleIdx="3" presStyleCnt="4"/>
      <dgm:spPr/>
    </dgm:pt>
  </dgm:ptLst>
  <dgm:cxnLst>
    <dgm:cxn modelId="{53591F29-5EDF-42DD-8747-96B522FAE521}" type="presOf" srcId="{B64FBF40-A005-4BA2-AF80-EF17D7A124EC}" destId="{FDBF3FE9-B685-4B7D-850A-1002E454D4CC}" srcOrd="0" destOrd="0" presId="urn:microsoft.com/office/officeart/2008/layout/VerticalCurvedList"/>
    <dgm:cxn modelId="{52CECC2D-C62F-4AEA-B1E1-DC6969EE77A8}" srcId="{4EC9FEFA-28A5-409F-8F8E-7B5CD17149FB}" destId="{B64FBF40-A005-4BA2-AF80-EF17D7A124EC}" srcOrd="2" destOrd="0" parTransId="{87483379-10DB-4A97-B51A-852D61FD911F}" sibTransId="{8EA08382-0A65-47D0-8396-78C73C69CC61}"/>
    <dgm:cxn modelId="{662AD93A-19F2-45F2-A957-A1E7588C5F44}" type="presOf" srcId="{5A8996D7-2AE9-4801-BFA2-C99F4B3E5959}" destId="{CF14AFCA-8BD7-478A-8592-D98300A3E8B4}" srcOrd="0" destOrd="0" presId="urn:microsoft.com/office/officeart/2008/layout/VerticalCurvedList"/>
    <dgm:cxn modelId="{E8954064-67D6-4263-B493-132637FDC3B6}" type="presOf" srcId="{079A5A50-CDC1-4078-93D7-928E6CC671B7}" destId="{37DDC618-9300-4CE7-BAF2-3E0E5CE7D691}" srcOrd="0" destOrd="0" presId="urn:microsoft.com/office/officeart/2008/layout/VerticalCurvedList"/>
    <dgm:cxn modelId="{06838A64-81EC-469D-9D1E-785D691555A9}" srcId="{4EC9FEFA-28A5-409F-8F8E-7B5CD17149FB}" destId="{5A8996D7-2AE9-4801-BFA2-C99F4B3E5959}" srcOrd="1" destOrd="0" parTransId="{C3C03368-2EEB-45A4-923A-F4FC1D1AFCC5}" sibTransId="{EB4B53CE-1FE7-406B-967A-A5F9A848DCBB}"/>
    <dgm:cxn modelId="{4863506C-3A3A-4D90-B3D8-4AD467CEFF21}" type="presOf" srcId="{4EC9FEFA-28A5-409F-8F8E-7B5CD17149FB}" destId="{BF363025-43EA-4698-BE9B-116A5D7EB891}" srcOrd="0" destOrd="0" presId="urn:microsoft.com/office/officeart/2008/layout/VerticalCurvedList"/>
    <dgm:cxn modelId="{76CF5A7B-BC2E-4A0B-8B2B-3B3B6A9C130E}" srcId="{4EC9FEFA-28A5-409F-8F8E-7B5CD17149FB}" destId="{AE56B11F-2C82-4AE1-BECC-E7A9438B914B}" srcOrd="3" destOrd="0" parTransId="{7D005D87-72A2-493B-A073-AF1AD6DB3B52}" sibTransId="{3D73ACA9-E5F5-42AB-9D6C-692CA12DBB0C}"/>
    <dgm:cxn modelId="{90F14AD6-1E3C-4989-A4FC-DBA251BB6FAE}" srcId="{4EC9FEFA-28A5-409F-8F8E-7B5CD17149FB}" destId="{079A5A50-CDC1-4078-93D7-928E6CC671B7}" srcOrd="0" destOrd="0" parTransId="{BBC9B341-480F-43F1-80F7-C5C0C161B379}" sibTransId="{F4B91A95-D959-436C-B9F5-35BAC38A2FC7}"/>
    <dgm:cxn modelId="{AB5007E0-6C49-48F2-A3E3-3AE28C97AA60}" type="presOf" srcId="{AE56B11F-2C82-4AE1-BECC-E7A9438B914B}" destId="{38A5FEE9-4ED0-45D6-9810-D8E474BD23E9}" srcOrd="0" destOrd="0" presId="urn:microsoft.com/office/officeart/2008/layout/VerticalCurvedList"/>
    <dgm:cxn modelId="{405D7EF7-51CD-461F-8D13-67CC53E144DA}" type="presOf" srcId="{F4B91A95-D959-436C-B9F5-35BAC38A2FC7}" destId="{A1501DC2-88CD-467F-A1AD-9EE86621238C}" srcOrd="0" destOrd="0" presId="urn:microsoft.com/office/officeart/2008/layout/VerticalCurvedList"/>
    <dgm:cxn modelId="{A40F5C95-02AF-402E-A05A-50B97E11784C}" type="presParOf" srcId="{BF363025-43EA-4698-BE9B-116A5D7EB891}" destId="{427E723C-C675-4693-9E2E-219F97272C76}" srcOrd="0" destOrd="0" presId="urn:microsoft.com/office/officeart/2008/layout/VerticalCurvedList"/>
    <dgm:cxn modelId="{4A9A160A-23DA-41EF-90D6-E1E6DA687B5F}" type="presParOf" srcId="{427E723C-C675-4693-9E2E-219F97272C76}" destId="{2B502795-92A6-4A69-86DF-A74CA5CC9DED}" srcOrd="0" destOrd="0" presId="urn:microsoft.com/office/officeart/2008/layout/VerticalCurvedList"/>
    <dgm:cxn modelId="{0512AECB-2030-4489-A468-435838B5CD58}" type="presParOf" srcId="{2B502795-92A6-4A69-86DF-A74CA5CC9DED}" destId="{EC315EC3-DDD5-4220-8289-38567DD91FC4}" srcOrd="0" destOrd="0" presId="urn:microsoft.com/office/officeart/2008/layout/VerticalCurvedList"/>
    <dgm:cxn modelId="{AC2C21B6-DF5D-4576-B315-7695AB1C4DD6}" type="presParOf" srcId="{2B502795-92A6-4A69-86DF-A74CA5CC9DED}" destId="{A1501DC2-88CD-467F-A1AD-9EE86621238C}" srcOrd="1" destOrd="0" presId="urn:microsoft.com/office/officeart/2008/layout/VerticalCurvedList"/>
    <dgm:cxn modelId="{81094F8F-0216-477E-947F-FB7490AF8067}" type="presParOf" srcId="{2B502795-92A6-4A69-86DF-A74CA5CC9DED}" destId="{DB7F70C7-5A79-4F43-B79E-F0D29870ADB3}" srcOrd="2" destOrd="0" presId="urn:microsoft.com/office/officeart/2008/layout/VerticalCurvedList"/>
    <dgm:cxn modelId="{D8F2313A-21FE-464F-8964-8D1168506653}" type="presParOf" srcId="{2B502795-92A6-4A69-86DF-A74CA5CC9DED}" destId="{300545B6-D934-44DF-BA79-C51EFBA7F944}" srcOrd="3" destOrd="0" presId="urn:microsoft.com/office/officeart/2008/layout/VerticalCurvedList"/>
    <dgm:cxn modelId="{6DE01C64-01F1-43AC-9178-6C4648EDD231}" type="presParOf" srcId="{427E723C-C675-4693-9E2E-219F97272C76}" destId="{37DDC618-9300-4CE7-BAF2-3E0E5CE7D691}" srcOrd="1" destOrd="0" presId="urn:microsoft.com/office/officeart/2008/layout/VerticalCurvedList"/>
    <dgm:cxn modelId="{1D6D0503-91B6-405D-8C44-66F5F074A1A2}" type="presParOf" srcId="{427E723C-C675-4693-9E2E-219F97272C76}" destId="{33119060-1E1C-446B-B0A0-C5103D947C74}" srcOrd="2" destOrd="0" presId="urn:microsoft.com/office/officeart/2008/layout/VerticalCurvedList"/>
    <dgm:cxn modelId="{8D6A6F1C-2DD3-42B9-A7F9-1264ECA37C2F}" type="presParOf" srcId="{33119060-1E1C-446B-B0A0-C5103D947C74}" destId="{BDA3704B-EF0A-40D6-A255-98CC10756ACC}" srcOrd="0" destOrd="0" presId="urn:microsoft.com/office/officeart/2008/layout/VerticalCurvedList"/>
    <dgm:cxn modelId="{77765B80-09B7-44D3-B50E-31A57E1D8F50}" type="presParOf" srcId="{427E723C-C675-4693-9E2E-219F97272C76}" destId="{CF14AFCA-8BD7-478A-8592-D98300A3E8B4}" srcOrd="3" destOrd="0" presId="urn:microsoft.com/office/officeart/2008/layout/VerticalCurvedList"/>
    <dgm:cxn modelId="{8D1F30B0-5474-4774-A34C-8897D47655BB}" type="presParOf" srcId="{427E723C-C675-4693-9E2E-219F97272C76}" destId="{836263EC-6251-400E-BF3A-6E83D5971C61}" srcOrd="4" destOrd="0" presId="urn:microsoft.com/office/officeart/2008/layout/VerticalCurvedList"/>
    <dgm:cxn modelId="{9AD11E81-9D8C-4F59-8724-5082BE53D77C}" type="presParOf" srcId="{836263EC-6251-400E-BF3A-6E83D5971C61}" destId="{B1A07ED0-1CAE-42FD-BF6B-36900CDA26B8}" srcOrd="0" destOrd="0" presId="urn:microsoft.com/office/officeart/2008/layout/VerticalCurvedList"/>
    <dgm:cxn modelId="{881C23DE-EC0C-44EC-92FA-40B2740B5B94}" type="presParOf" srcId="{427E723C-C675-4693-9E2E-219F97272C76}" destId="{FDBF3FE9-B685-4B7D-850A-1002E454D4CC}" srcOrd="5" destOrd="0" presId="urn:microsoft.com/office/officeart/2008/layout/VerticalCurvedList"/>
    <dgm:cxn modelId="{58740963-1497-400D-8738-1FBC0E21BA70}" type="presParOf" srcId="{427E723C-C675-4693-9E2E-219F97272C76}" destId="{4169BC8E-5DAF-43DF-9F83-AE34B63A6D19}" srcOrd="6" destOrd="0" presId="urn:microsoft.com/office/officeart/2008/layout/VerticalCurvedList"/>
    <dgm:cxn modelId="{7499BD52-6039-4F6C-8D58-6F312C47D9B5}" type="presParOf" srcId="{4169BC8E-5DAF-43DF-9F83-AE34B63A6D19}" destId="{A2727FCB-DA32-492C-921B-E65172490411}" srcOrd="0" destOrd="0" presId="urn:microsoft.com/office/officeart/2008/layout/VerticalCurvedList"/>
    <dgm:cxn modelId="{6D541A3E-2A0C-4067-B854-864EF2287B57}" type="presParOf" srcId="{427E723C-C675-4693-9E2E-219F97272C76}" destId="{38A5FEE9-4ED0-45D6-9810-D8E474BD23E9}" srcOrd="7" destOrd="0" presId="urn:microsoft.com/office/officeart/2008/layout/VerticalCurvedList"/>
    <dgm:cxn modelId="{66773771-D5F5-4DC6-9E08-EFC7EDA16CA2}" type="presParOf" srcId="{427E723C-C675-4693-9E2E-219F97272C76}" destId="{DB129440-8DCA-430D-9AB1-992E230C2590}" srcOrd="8" destOrd="0" presId="urn:microsoft.com/office/officeart/2008/layout/VerticalCurvedList"/>
    <dgm:cxn modelId="{79FE1A8D-303B-4075-9D73-78CA262E755D}" type="presParOf" srcId="{DB129440-8DCA-430D-9AB1-992E230C2590}" destId="{583944D4-DAEE-463C-ADAE-615B53414F8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50AE1D-DCCA-4762-951D-88517460BC86}" type="doc">
      <dgm:prSet loTypeId="urn:microsoft.com/office/officeart/2005/8/layout/StepDownProcess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s-MX"/>
        </a:p>
      </dgm:t>
    </dgm:pt>
    <dgm:pt modelId="{03D8AFC9-73BF-4ADA-BAA9-9EDDC5F9D869}">
      <dgm:prSet phldrT="[Texto]"/>
      <dgm:spPr/>
      <dgm:t>
        <a:bodyPr/>
        <a:lstStyle/>
        <a:p>
          <a:r>
            <a:rPr lang="es-MX" dirty="0"/>
            <a:t>2. Técnicas y herramientas para la visualización de datos</a:t>
          </a:r>
        </a:p>
      </dgm:t>
    </dgm:pt>
    <dgm:pt modelId="{D6CD795C-A8D7-43BB-9954-EA8764725002}" type="parTrans" cxnId="{B51083AB-08D2-41AB-A629-BACD63189C94}">
      <dgm:prSet/>
      <dgm:spPr/>
      <dgm:t>
        <a:bodyPr/>
        <a:lstStyle/>
        <a:p>
          <a:endParaRPr lang="es-MX"/>
        </a:p>
      </dgm:t>
    </dgm:pt>
    <dgm:pt modelId="{BDF4C6F6-E53A-43A3-8263-BCCF6A2CC885}" type="sibTrans" cxnId="{B51083AB-08D2-41AB-A629-BACD63189C94}">
      <dgm:prSet/>
      <dgm:spPr/>
      <dgm:t>
        <a:bodyPr/>
        <a:lstStyle/>
        <a:p>
          <a:endParaRPr lang="es-MX"/>
        </a:p>
      </dgm:t>
    </dgm:pt>
    <dgm:pt modelId="{F913F77E-2C9E-4B36-AC37-BC41E7AC6D65}">
      <dgm:prSet phldrT="[Texto]"/>
      <dgm:spPr/>
      <dgm:t>
        <a:bodyPr/>
        <a:lstStyle/>
        <a:p>
          <a:r>
            <a:rPr lang="es-MX" dirty="0"/>
            <a:t>3. </a:t>
          </a:r>
          <a:r>
            <a:rPr lang="es-MX" noProof="0" dirty="0"/>
            <a:t>Principales retos</a:t>
          </a:r>
        </a:p>
      </dgm:t>
    </dgm:pt>
    <dgm:pt modelId="{7C702EDE-389B-496E-9B26-27A4AF958FFA}" type="parTrans" cxnId="{C192A4A2-4C32-4522-826D-578055D8FBB8}">
      <dgm:prSet/>
      <dgm:spPr/>
      <dgm:t>
        <a:bodyPr/>
        <a:lstStyle/>
        <a:p>
          <a:endParaRPr lang="es-MX"/>
        </a:p>
      </dgm:t>
    </dgm:pt>
    <dgm:pt modelId="{EE86548D-4274-4394-871B-D430DD80A89F}" type="sibTrans" cxnId="{C192A4A2-4C32-4522-826D-578055D8FBB8}">
      <dgm:prSet/>
      <dgm:spPr/>
      <dgm:t>
        <a:bodyPr/>
        <a:lstStyle/>
        <a:p>
          <a:endParaRPr lang="es-MX"/>
        </a:p>
      </dgm:t>
    </dgm:pt>
    <dgm:pt modelId="{E75E0E42-BF10-4209-AB40-056D46CE833E}">
      <dgm:prSet phldrT="[Texto]"/>
      <dgm:spPr/>
      <dgm:t>
        <a:bodyPr/>
        <a:lstStyle/>
        <a:p>
          <a:r>
            <a:rPr lang="en-GB" noProof="0" dirty="0"/>
            <a:t>4. </a:t>
          </a:r>
          <a:r>
            <a:rPr lang="es-MX" noProof="0" dirty="0"/>
            <a:t>Visualización de datos eficaz</a:t>
          </a:r>
        </a:p>
      </dgm:t>
    </dgm:pt>
    <dgm:pt modelId="{7514030D-177C-44AE-A78A-F525418E9AE8}" type="parTrans" cxnId="{3B62EA09-108E-4292-ACE0-B72CF6FC82AD}">
      <dgm:prSet/>
      <dgm:spPr/>
      <dgm:t>
        <a:bodyPr/>
        <a:lstStyle/>
        <a:p>
          <a:endParaRPr lang="es-MX"/>
        </a:p>
      </dgm:t>
    </dgm:pt>
    <dgm:pt modelId="{7602CB28-C289-4038-9C50-C27BE28AF7EE}" type="sibTrans" cxnId="{3B62EA09-108E-4292-ACE0-B72CF6FC82AD}">
      <dgm:prSet/>
      <dgm:spPr/>
      <dgm:t>
        <a:bodyPr/>
        <a:lstStyle/>
        <a:p>
          <a:endParaRPr lang="es-MX"/>
        </a:p>
      </dgm:t>
    </dgm:pt>
    <dgm:pt modelId="{25E113A0-7F78-4D67-8B18-7FE236A434EE}">
      <dgm:prSet phldrT="[Texto]"/>
      <dgm:spPr/>
      <dgm:t>
        <a:bodyPr/>
        <a:lstStyle/>
        <a:p>
          <a:r>
            <a:rPr lang="es-ES" dirty="0"/>
            <a:t>1. Introducción </a:t>
          </a:r>
          <a:endParaRPr lang="es-MX" dirty="0"/>
        </a:p>
      </dgm:t>
    </dgm:pt>
    <dgm:pt modelId="{3275013F-8F1F-4EB3-ADAB-DA43BD9A2C48}" type="parTrans" cxnId="{6A3AE1C5-D862-4A4E-9C87-BBE5679793B2}">
      <dgm:prSet/>
      <dgm:spPr/>
      <dgm:t>
        <a:bodyPr/>
        <a:lstStyle/>
        <a:p>
          <a:endParaRPr lang="en-GB"/>
        </a:p>
      </dgm:t>
    </dgm:pt>
    <dgm:pt modelId="{D6EF1FAA-42C8-4548-9B16-886A8EA7DE7D}" type="sibTrans" cxnId="{6A3AE1C5-D862-4A4E-9C87-BBE5679793B2}">
      <dgm:prSet/>
      <dgm:spPr/>
      <dgm:t>
        <a:bodyPr/>
        <a:lstStyle/>
        <a:p>
          <a:endParaRPr lang="en-GB"/>
        </a:p>
      </dgm:t>
    </dgm:pt>
    <dgm:pt modelId="{699A9FA5-0D73-498A-A7C2-4A1E4107B6FD}" type="pres">
      <dgm:prSet presAssocID="{2E50AE1D-DCCA-4762-951D-88517460BC86}" presName="rootnode" presStyleCnt="0">
        <dgm:presLayoutVars>
          <dgm:chMax/>
          <dgm:chPref/>
          <dgm:dir/>
          <dgm:animLvl val="lvl"/>
        </dgm:presLayoutVars>
      </dgm:prSet>
      <dgm:spPr/>
    </dgm:pt>
    <dgm:pt modelId="{957F61A7-13E6-4C75-A2B4-666324D3D42E}" type="pres">
      <dgm:prSet presAssocID="{25E113A0-7F78-4D67-8B18-7FE236A434EE}" presName="composite" presStyleCnt="0"/>
      <dgm:spPr/>
    </dgm:pt>
    <dgm:pt modelId="{4E8C6EEE-2DB7-4B6F-B044-345389E8240B}" type="pres">
      <dgm:prSet presAssocID="{25E113A0-7F78-4D67-8B18-7FE236A434EE}" presName="bentUpArrow1" presStyleLbl="alignImgPlace1" presStyleIdx="0" presStyleCnt="3"/>
      <dgm:spPr/>
    </dgm:pt>
    <dgm:pt modelId="{E4EC437C-58D4-4B48-B1D2-264191DFE45B}" type="pres">
      <dgm:prSet presAssocID="{25E113A0-7F78-4D67-8B18-7FE236A434EE}" presName="ParentText" presStyleLbl="node1" presStyleIdx="0" presStyleCnt="4" custScaleX="164220">
        <dgm:presLayoutVars>
          <dgm:chMax val="1"/>
          <dgm:chPref val="1"/>
          <dgm:bulletEnabled val="1"/>
        </dgm:presLayoutVars>
      </dgm:prSet>
      <dgm:spPr/>
    </dgm:pt>
    <dgm:pt modelId="{F7662CBB-5947-483D-82FE-E7BDBED6F3A7}" type="pres">
      <dgm:prSet presAssocID="{25E113A0-7F78-4D67-8B18-7FE236A434EE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A65673EB-4BE6-4D75-A640-69E2D73BC285}" type="pres">
      <dgm:prSet presAssocID="{D6EF1FAA-42C8-4548-9B16-886A8EA7DE7D}" presName="sibTrans" presStyleCnt="0"/>
      <dgm:spPr/>
    </dgm:pt>
    <dgm:pt modelId="{9A76619D-01A6-499B-90B3-86797084F64F}" type="pres">
      <dgm:prSet presAssocID="{03D8AFC9-73BF-4ADA-BAA9-9EDDC5F9D869}" presName="composite" presStyleCnt="0"/>
      <dgm:spPr/>
    </dgm:pt>
    <dgm:pt modelId="{E30ABC0E-632F-4B68-BC99-41B6FFF30D8F}" type="pres">
      <dgm:prSet presAssocID="{03D8AFC9-73BF-4ADA-BAA9-9EDDC5F9D869}" presName="bentUpArrow1" presStyleLbl="alignImgPlace1" presStyleIdx="1" presStyleCnt="3"/>
      <dgm:spPr/>
    </dgm:pt>
    <dgm:pt modelId="{B971B35C-F29A-4252-9C30-CB1CCF8612F5}" type="pres">
      <dgm:prSet presAssocID="{03D8AFC9-73BF-4ADA-BAA9-9EDDC5F9D869}" presName="ParentText" presStyleLbl="node1" presStyleIdx="1" presStyleCnt="4" custScaleX="164220">
        <dgm:presLayoutVars>
          <dgm:chMax val="1"/>
          <dgm:chPref val="1"/>
          <dgm:bulletEnabled val="1"/>
        </dgm:presLayoutVars>
      </dgm:prSet>
      <dgm:spPr/>
    </dgm:pt>
    <dgm:pt modelId="{9DF4D29D-DD8F-40C5-8E9A-7732CC89A59D}" type="pres">
      <dgm:prSet presAssocID="{03D8AFC9-73BF-4ADA-BAA9-9EDDC5F9D869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7CB111BB-8788-4085-A455-9ED4CCE1F657}" type="pres">
      <dgm:prSet presAssocID="{BDF4C6F6-E53A-43A3-8263-BCCF6A2CC885}" presName="sibTrans" presStyleCnt="0"/>
      <dgm:spPr/>
    </dgm:pt>
    <dgm:pt modelId="{39481DD0-35F9-4FAA-B441-632DE85CE3BC}" type="pres">
      <dgm:prSet presAssocID="{F913F77E-2C9E-4B36-AC37-BC41E7AC6D65}" presName="composite" presStyleCnt="0"/>
      <dgm:spPr/>
    </dgm:pt>
    <dgm:pt modelId="{BCFFE0D1-5C92-46E0-B7A3-99337B2229B6}" type="pres">
      <dgm:prSet presAssocID="{F913F77E-2C9E-4B36-AC37-BC41E7AC6D65}" presName="bentUpArrow1" presStyleLbl="alignImgPlace1" presStyleIdx="2" presStyleCnt="3"/>
      <dgm:spPr/>
    </dgm:pt>
    <dgm:pt modelId="{0F90892E-7C23-4D5C-9B6F-C64E8E70528B}" type="pres">
      <dgm:prSet presAssocID="{F913F77E-2C9E-4B36-AC37-BC41E7AC6D65}" presName="ParentText" presStyleLbl="node1" presStyleIdx="2" presStyleCnt="4" custScaleX="164220">
        <dgm:presLayoutVars>
          <dgm:chMax val="1"/>
          <dgm:chPref val="1"/>
          <dgm:bulletEnabled val="1"/>
        </dgm:presLayoutVars>
      </dgm:prSet>
      <dgm:spPr/>
    </dgm:pt>
    <dgm:pt modelId="{9263EB14-A3C4-4A99-9335-8F87C7A6B63C}" type="pres">
      <dgm:prSet presAssocID="{F913F77E-2C9E-4B36-AC37-BC41E7AC6D65}" presName="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166CC1ED-3750-40E6-87D5-1D81CA17CD6B}" type="pres">
      <dgm:prSet presAssocID="{EE86548D-4274-4394-871B-D430DD80A89F}" presName="sibTrans" presStyleCnt="0"/>
      <dgm:spPr/>
    </dgm:pt>
    <dgm:pt modelId="{1DC3E813-97A5-432B-B973-F108B7A3269E}" type="pres">
      <dgm:prSet presAssocID="{E75E0E42-BF10-4209-AB40-056D46CE833E}" presName="composite" presStyleCnt="0"/>
      <dgm:spPr/>
    </dgm:pt>
    <dgm:pt modelId="{EC367932-5218-4B6F-AF37-26D2BA9C0036}" type="pres">
      <dgm:prSet presAssocID="{E75E0E42-BF10-4209-AB40-056D46CE833E}" presName="ParentText" presStyleLbl="node1" presStyleIdx="3" presStyleCnt="4" custScaleX="164220">
        <dgm:presLayoutVars>
          <dgm:chMax val="1"/>
          <dgm:chPref val="1"/>
          <dgm:bulletEnabled val="1"/>
        </dgm:presLayoutVars>
      </dgm:prSet>
      <dgm:spPr/>
    </dgm:pt>
  </dgm:ptLst>
  <dgm:cxnLst>
    <dgm:cxn modelId="{3B62EA09-108E-4292-ACE0-B72CF6FC82AD}" srcId="{2E50AE1D-DCCA-4762-951D-88517460BC86}" destId="{E75E0E42-BF10-4209-AB40-056D46CE833E}" srcOrd="3" destOrd="0" parTransId="{7514030D-177C-44AE-A78A-F525418E9AE8}" sibTransId="{7602CB28-C289-4038-9C50-C27BE28AF7EE}"/>
    <dgm:cxn modelId="{0F83A133-EB64-4BA4-9370-3E39987D3193}" type="presOf" srcId="{E75E0E42-BF10-4209-AB40-056D46CE833E}" destId="{EC367932-5218-4B6F-AF37-26D2BA9C0036}" srcOrd="0" destOrd="0" presId="urn:microsoft.com/office/officeart/2005/8/layout/StepDownProcess"/>
    <dgm:cxn modelId="{FC14BD48-2132-4ECC-8183-E9B5F3FBFED4}" type="presOf" srcId="{2E50AE1D-DCCA-4762-951D-88517460BC86}" destId="{699A9FA5-0D73-498A-A7C2-4A1E4107B6FD}" srcOrd="0" destOrd="0" presId="urn:microsoft.com/office/officeart/2005/8/layout/StepDownProcess"/>
    <dgm:cxn modelId="{A0765B58-26AD-44A1-8A7A-7025F29EEECE}" type="presOf" srcId="{03D8AFC9-73BF-4ADA-BAA9-9EDDC5F9D869}" destId="{B971B35C-F29A-4252-9C30-CB1CCF8612F5}" srcOrd="0" destOrd="0" presId="urn:microsoft.com/office/officeart/2005/8/layout/StepDownProcess"/>
    <dgm:cxn modelId="{C192A4A2-4C32-4522-826D-578055D8FBB8}" srcId="{2E50AE1D-DCCA-4762-951D-88517460BC86}" destId="{F913F77E-2C9E-4B36-AC37-BC41E7AC6D65}" srcOrd="2" destOrd="0" parTransId="{7C702EDE-389B-496E-9B26-27A4AF958FFA}" sibTransId="{EE86548D-4274-4394-871B-D430DD80A89F}"/>
    <dgm:cxn modelId="{BF2786AA-2BB0-42D9-8C00-6F9C169A9BA3}" type="presOf" srcId="{F913F77E-2C9E-4B36-AC37-BC41E7AC6D65}" destId="{0F90892E-7C23-4D5C-9B6F-C64E8E70528B}" srcOrd="0" destOrd="0" presId="urn:microsoft.com/office/officeart/2005/8/layout/StepDownProcess"/>
    <dgm:cxn modelId="{B51083AB-08D2-41AB-A629-BACD63189C94}" srcId="{2E50AE1D-DCCA-4762-951D-88517460BC86}" destId="{03D8AFC9-73BF-4ADA-BAA9-9EDDC5F9D869}" srcOrd="1" destOrd="0" parTransId="{D6CD795C-A8D7-43BB-9954-EA8764725002}" sibTransId="{BDF4C6F6-E53A-43A3-8263-BCCF6A2CC885}"/>
    <dgm:cxn modelId="{6A3AE1C5-D862-4A4E-9C87-BBE5679793B2}" srcId="{2E50AE1D-DCCA-4762-951D-88517460BC86}" destId="{25E113A0-7F78-4D67-8B18-7FE236A434EE}" srcOrd="0" destOrd="0" parTransId="{3275013F-8F1F-4EB3-ADAB-DA43BD9A2C48}" sibTransId="{D6EF1FAA-42C8-4548-9B16-886A8EA7DE7D}"/>
    <dgm:cxn modelId="{D79360D7-54BB-40AC-A293-437380DBEFBA}" type="presOf" srcId="{25E113A0-7F78-4D67-8B18-7FE236A434EE}" destId="{E4EC437C-58D4-4B48-B1D2-264191DFE45B}" srcOrd="0" destOrd="0" presId="urn:microsoft.com/office/officeart/2005/8/layout/StepDownProcess"/>
    <dgm:cxn modelId="{032612AC-2A85-480A-8A26-CEA4943C19FF}" type="presParOf" srcId="{699A9FA5-0D73-498A-A7C2-4A1E4107B6FD}" destId="{957F61A7-13E6-4C75-A2B4-666324D3D42E}" srcOrd="0" destOrd="0" presId="urn:microsoft.com/office/officeart/2005/8/layout/StepDownProcess"/>
    <dgm:cxn modelId="{EE5B7E94-0998-4C1C-8386-B3E69205FF70}" type="presParOf" srcId="{957F61A7-13E6-4C75-A2B4-666324D3D42E}" destId="{4E8C6EEE-2DB7-4B6F-B044-345389E8240B}" srcOrd="0" destOrd="0" presId="urn:microsoft.com/office/officeart/2005/8/layout/StepDownProcess"/>
    <dgm:cxn modelId="{05752307-AA67-4FD5-A202-EE2D0193FD45}" type="presParOf" srcId="{957F61A7-13E6-4C75-A2B4-666324D3D42E}" destId="{E4EC437C-58D4-4B48-B1D2-264191DFE45B}" srcOrd="1" destOrd="0" presId="urn:microsoft.com/office/officeart/2005/8/layout/StepDownProcess"/>
    <dgm:cxn modelId="{57CEE70D-17E5-4678-A3B3-0B30FCF2AEBE}" type="presParOf" srcId="{957F61A7-13E6-4C75-A2B4-666324D3D42E}" destId="{F7662CBB-5947-483D-82FE-E7BDBED6F3A7}" srcOrd="2" destOrd="0" presId="urn:microsoft.com/office/officeart/2005/8/layout/StepDownProcess"/>
    <dgm:cxn modelId="{DD540910-D700-4CC5-8EFB-A25A4E98A3F1}" type="presParOf" srcId="{699A9FA5-0D73-498A-A7C2-4A1E4107B6FD}" destId="{A65673EB-4BE6-4D75-A640-69E2D73BC285}" srcOrd="1" destOrd="0" presId="urn:microsoft.com/office/officeart/2005/8/layout/StepDownProcess"/>
    <dgm:cxn modelId="{7A2E9F8C-E1C6-4588-9F3F-D7542796591D}" type="presParOf" srcId="{699A9FA5-0D73-498A-A7C2-4A1E4107B6FD}" destId="{9A76619D-01A6-499B-90B3-86797084F64F}" srcOrd="2" destOrd="0" presId="urn:microsoft.com/office/officeart/2005/8/layout/StepDownProcess"/>
    <dgm:cxn modelId="{03DBE7C4-970D-47E5-80C5-A8122A5368B0}" type="presParOf" srcId="{9A76619D-01A6-499B-90B3-86797084F64F}" destId="{E30ABC0E-632F-4B68-BC99-41B6FFF30D8F}" srcOrd="0" destOrd="0" presId="urn:microsoft.com/office/officeart/2005/8/layout/StepDownProcess"/>
    <dgm:cxn modelId="{A657F0E2-9E8F-41DE-88B7-A26862AC45C1}" type="presParOf" srcId="{9A76619D-01A6-499B-90B3-86797084F64F}" destId="{B971B35C-F29A-4252-9C30-CB1CCF8612F5}" srcOrd="1" destOrd="0" presId="urn:microsoft.com/office/officeart/2005/8/layout/StepDownProcess"/>
    <dgm:cxn modelId="{41FFB5A2-8444-45CF-B211-6E242189AA53}" type="presParOf" srcId="{9A76619D-01A6-499B-90B3-86797084F64F}" destId="{9DF4D29D-DD8F-40C5-8E9A-7732CC89A59D}" srcOrd="2" destOrd="0" presId="urn:microsoft.com/office/officeart/2005/8/layout/StepDownProcess"/>
    <dgm:cxn modelId="{3DB2A7AB-550C-4F71-B2FD-907B639953B9}" type="presParOf" srcId="{699A9FA5-0D73-498A-A7C2-4A1E4107B6FD}" destId="{7CB111BB-8788-4085-A455-9ED4CCE1F657}" srcOrd="3" destOrd="0" presId="urn:microsoft.com/office/officeart/2005/8/layout/StepDownProcess"/>
    <dgm:cxn modelId="{4C268184-94B1-4112-9B09-AC9D88879DCB}" type="presParOf" srcId="{699A9FA5-0D73-498A-A7C2-4A1E4107B6FD}" destId="{39481DD0-35F9-4FAA-B441-632DE85CE3BC}" srcOrd="4" destOrd="0" presId="urn:microsoft.com/office/officeart/2005/8/layout/StepDownProcess"/>
    <dgm:cxn modelId="{462C50C9-8A4B-4E26-AC97-1AFD2D6C85F1}" type="presParOf" srcId="{39481DD0-35F9-4FAA-B441-632DE85CE3BC}" destId="{BCFFE0D1-5C92-46E0-B7A3-99337B2229B6}" srcOrd="0" destOrd="0" presId="urn:microsoft.com/office/officeart/2005/8/layout/StepDownProcess"/>
    <dgm:cxn modelId="{7ABB30D0-F078-4065-BB71-B32F567253A5}" type="presParOf" srcId="{39481DD0-35F9-4FAA-B441-632DE85CE3BC}" destId="{0F90892E-7C23-4D5C-9B6F-C64E8E70528B}" srcOrd="1" destOrd="0" presId="urn:microsoft.com/office/officeart/2005/8/layout/StepDownProcess"/>
    <dgm:cxn modelId="{33963811-B570-4A01-B05D-D50EBD2E9EC8}" type="presParOf" srcId="{39481DD0-35F9-4FAA-B441-632DE85CE3BC}" destId="{9263EB14-A3C4-4A99-9335-8F87C7A6B63C}" srcOrd="2" destOrd="0" presId="urn:microsoft.com/office/officeart/2005/8/layout/StepDownProcess"/>
    <dgm:cxn modelId="{479CE49F-74D6-4F8C-AC99-38D13087BCC0}" type="presParOf" srcId="{699A9FA5-0D73-498A-A7C2-4A1E4107B6FD}" destId="{166CC1ED-3750-40E6-87D5-1D81CA17CD6B}" srcOrd="5" destOrd="0" presId="urn:microsoft.com/office/officeart/2005/8/layout/StepDownProcess"/>
    <dgm:cxn modelId="{D9BACAD0-DCAA-43BB-B663-0F4C2BE5FB87}" type="presParOf" srcId="{699A9FA5-0D73-498A-A7C2-4A1E4107B6FD}" destId="{1DC3E813-97A5-432B-B973-F108B7A3269E}" srcOrd="6" destOrd="0" presId="urn:microsoft.com/office/officeart/2005/8/layout/StepDownProcess"/>
    <dgm:cxn modelId="{44D2E4CD-3FFC-4A09-B135-A7DA9E885EBE}" type="presParOf" srcId="{1DC3E813-97A5-432B-B973-F108B7A3269E}" destId="{EC367932-5218-4B6F-AF37-26D2BA9C0036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016F42-C0A6-4D58-AD2B-AF30A99C9499}" type="doc">
      <dgm:prSet loTypeId="urn:microsoft.com/office/officeart/2005/8/layout/vList6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s-MX"/>
        </a:p>
      </dgm:t>
    </dgm:pt>
    <dgm:pt modelId="{7B4D1E38-3DD8-4494-ACE7-EE5CD1A1FC5D}">
      <dgm:prSet phldrT="[Texto]"/>
      <dgm:spPr/>
      <dgm:t>
        <a:bodyPr/>
        <a:lstStyle/>
        <a:p>
          <a:r>
            <a:rPr lang="es-MX" noProof="0" dirty="0"/>
            <a:t>Un </a:t>
          </a:r>
          <a:r>
            <a:rPr lang="es-MX" noProof="0" dirty="0" err="1"/>
            <a:t>Kahoot</a:t>
          </a:r>
          <a:r>
            <a:rPr lang="es-MX" noProof="0" dirty="0"/>
            <a:t> al final de cada 2 módulos (2)</a:t>
          </a:r>
        </a:p>
      </dgm:t>
    </dgm:pt>
    <dgm:pt modelId="{FE15B423-12DF-4D00-AD49-4074FAC37EA2}" type="parTrans" cxnId="{9869EC10-D9F9-4904-A819-93829807C008}">
      <dgm:prSet/>
      <dgm:spPr/>
      <dgm:t>
        <a:bodyPr/>
        <a:lstStyle/>
        <a:p>
          <a:endParaRPr lang="es-MX"/>
        </a:p>
      </dgm:t>
    </dgm:pt>
    <dgm:pt modelId="{0DE4A2F8-882A-493E-9AC6-1C4C1AC250D5}" type="sibTrans" cxnId="{9869EC10-D9F9-4904-A819-93829807C008}">
      <dgm:prSet/>
      <dgm:spPr/>
      <dgm:t>
        <a:bodyPr/>
        <a:lstStyle/>
        <a:p>
          <a:endParaRPr lang="es-MX"/>
        </a:p>
      </dgm:t>
    </dgm:pt>
    <dgm:pt modelId="{5AC42852-93D0-4A11-A1EF-156DE41F185A}">
      <dgm:prSet phldrT="[Texto]"/>
      <dgm:spPr/>
      <dgm:t>
        <a:bodyPr/>
        <a:lstStyle/>
        <a:p>
          <a:r>
            <a:rPr lang="en-GB" noProof="0" dirty="0"/>
            <a:t>Quizzes 20%</a:t>
          </a:r>
        </a:p>
      </dgm:t>
    </dgm:pt>
    <dgm:pt modelId="{BE24118C-DAB3-4891-9574-1B3898666EDB}" type="parTrans" cxnId="{3C512F5E-4ACA-4B46-A6F3-835985B5627C}">
      <dgm:prSet/>
      <dgm:spPr/>
      <dgm:t>
        <a:bodyPr/>
        <a:lstStyle/>
        <a:p>
          <a:endParaRPr lang="es-MX"/>
        </a:p>
      </dgm:t>
    </dgm:pt>
    <dgm:pt modelId="{3A5904E2-E9CC-4178-BCC0-161664EC3FEA}" type="sibTrans" cxnId="{3C512F5E-4ACA-4B46-A6F3-835985B5627C}">
      <dgm:prSet/>
      <dgm:spPr/>
      <dgm:t>
        <a:bodyPr/>
        <a:lstStyle/>
        <a:p>
          <a:endParaRPr lang="es-MX"/>
        </a:p>
      </dgm:t>
    </dgm:pt>
    <dgm:pt modelId="{B8AF1F96-7853-44CF-B4C4-F81F9FF668BB}">
      <dgm:prSet phldrT="[Texto]"/>
      <dgm:spPr/>
      <dgm:t>
        <a:bodyPr/>
        <a:lstStyle/>
        <a:p>
          <a:r>
            <a:rPr lang="es-MX" noProof="0" dirty="0"/>
            <a:t>Proyecto 50%</a:t>
          </a:r>
        </a:p>
      </dgm:t>
    </dgm:pt>
    <dgm:pt modelId="{7B1E3434-5B7E-4821-AC29-AE3DCE6F6BF7}" type="parTrans" cxnId="{373F533B-FC0F-46FA-A6C3-90175CC56973}">
      <dgm:prSet/>
      <dgm:spPr/>
      <dgm:t>
        <a:bodyPr/>
        <a:lstStyle/>
        <a:p>
          <a:endParaRPr lang="es-MX"/>
        </a:p>
      </dgm:t>
    </dgm:pt>
    <dgm:pt modelId="{2632840F-D3E4-4A42-9DEF-33BB90B0A1BD}" type="sibTrans" cxnId="{373F533B-FC0F-46FA-A6C3-90175CC56973}">
      <dgm:prSet/>
      <dgm:spPr/>
      <dgm:t>
        <a:bodyPr/>
        <a:lstStyle/>
        <a:p>
          <a:endParaRPr lang="es-MX"/>
        </a:p>
      </dgm:t>
    </dgm:pt>
    <dgm:pt modelId="{949B2E85-286D-48EC-9E09-622502F10CDC}">
      <dgm:prSet phldrT="[Texto]"/>
      <dgm:spPr/>
      <dgm:t>
        <a:bodyPr/>
        <a:lstStyle/>
        <a:p>
          <a:r>
            <a:rPr lang="es-MX" noProof="0" dirty="0" err="1"/>
            <a:t>Colab</a:t>
          </a:r>
          <a:r>
            <a:rPr lang="es-MX" noProof="0" dirty="0"/>
            <a:t> notebooks 30%</a:t>
          </a:r>
        </a:p>
      </dgm:t>
    </dgm:pt>
    <dgm:pt modelId="{77C73BBC-0CF6-4BD3-9EB1-8EF01AC2A849}" type="parTrans" cxnId="{2EB784C6-D147-4530-94B0-48CC8BD8DA83}">
      <dgm:prSet/>
      <dgm:spPr/>
      <dgm:t>
        <a:bodyPr/>
        <a:lstStyle/>
        <a:p>
          <a:endParaRPr lang="es-MX"/>
        </a:p>
      </dgm:t>
    </dgm:pt>
    <dgm:pt modelId="{D2384190-97F6-4530-BF8E-BAE01CFA663D}" type="sibTrans" cxnId="{2EB784C6-D147-4530-94B0-48CC8BD8DA83}">
      <dgm:prSet/>
      <dgm:spPr/>
      <dgm:t>
        <a:bodyPr/>
        <a:lstStyle/>
        <a:p>
          <a:endParaRPr lang="es-MX"/>
        </a:p>
      </dgm:t>
    </dgm:pt>
    <dgm:pt modelId="{9D47FADA-185A-46F8-87B9-C9D691F51868}">
      <dgm:prSet phldrT="[Texto]"/>
      <dgm:spPr/>
      <dgm:t>
        <a:bodyPr/>
        <a:lstStyle/>
        <a:p>
          <a:r>
            <a:rPr lang="es-MX" noProof="0" dirty="0"/>
            <a:t>3 Actividades para desarrollar en Colab notebooks</a:t>
          </a:r>
        </a:p>
      </dgm:t>
    </dgm:pt>
    <dgm:pt modelId="{FFB65CA0-7B10-465F-8BBC-BBB7B6BE4A13}" type="parTrans" cxnId="{D6455E30-43FF-46BE-8AD2-CE9148452F67}">
      <dgm:prSet/>
      <dgm:spPr/>
      <dgm:t>
        <a:bodyPr/>
        <a:lstStyle/>
        <a:p>
          <a:endParaRPr lang="es-MX"/>
        </a:p>
      </dgm:t>
    </dgm:pt>
    <dgm:pt modelId="{3388BB91-2B8F-4119-BBA3-EE6F60CB29E4}" type="sibTrans" cxnId="{D6455E30-43FF-46BE-8AD2-CE9148452F67}">
      <dgm:prSet/>
      <dgm:spPr/>
      <dgm:t>
        <a:bodyPr/>
        <a:lstStyle/>
        <a:p>
          <a:endParaRPr lang="es-MX"/>
        </a:p>
      </dgm:t>
    </dgm:pt>
    <dgm:pt modelId="{C0E8156C-676E-48BF-AF8C-1EACD13EB81B}">
      <dgm:prSet phldrT="[Texto]"/>
      <dgm:spPr/>
      <dgm:t>
        <a:bodyPr/>
        <a:lstStyle/>
        <a:p>
          <a:r>
            <a:rPr lang="es-MX" noProof="0" dirty="0"/>
            <a:t>Presentación sobre un tema a escoger utilizando las técnicas vistas en clase</a:t>
          </a:r>
        </a:p>
      </dgm:t>
    </dgm:pt>
    <dgm:pt modelId="{ABD58312-B9B5-487D-807F-44DAA6868BEC}" type="parTrans" cxnId="{35F03D2D-DAAC-4026-BD70-D933BA8AF48A}">
      <dgm:prSet/>
      <dgm:spPr/>
      <dgm:t>
        <a:bodyPr/>
        <a:lstStyle/>
        <a:p>
          <a:endParaRPr lang="en-GB"/>
        </a:p>
      </dgm:t>
    </dgm:pt>
    <dgm:pt modelId="{43C4ACC2-B25B-4039-9134-01DCB92B7E12}" type="sibTrans" cxnId="{35F03D2D-DAAC-4026-BD70-D933BA8AF48A}">
      <dgm:prSet/>
      <dgm:spPr/>
      <dgm:t>
        <a:bodyPr/>
        <a:lstStyle/>
        <a:p>
          <a:endParaRPr lang="en-GB"/>
        </a:p>
      </dgm:t>
    </dgm:pt>
    <dgm:pt modelId="{479C751F-AA4C-492D-89D4-0C1F5CF93F83}" type="pres">
      <dgm:prSet presAssocID="{BF016F42-C0A6-4D58-AD2B-AF30A99C9499}" presName="Name0" presStyleCnt="0">
        <dgm:presLayoutVars>
          <dgm:dir/>
          <dgm:animLvl val="lvl"/>
          <dgm:resizeHandles/>
        </dgm:presLayoutVars>
      </dgm:prSet>
      <dgm:spPr/>
    </dgm:pt>
    <dgm:pt modelId="{C3BD86D3-5CFC-4B7D-836D-2F013E740F7C}" type="pres">
      <dgm:prSet presAssocID="{5AC42852-93D0-4A11-A1EF-156DE41F185A}" presName="linNode" presStyleCnt="0"/>
      <dgm:spPr/>
    </dgm:pt>
    <dgm:pt modelId="{DA177B4D-082A-478A-B4C0-85A9EC9912BB}" type="pres">
      <dgm:prSet presAssocID="{5AC42852-93D0-4A11-A1EF-156DE41F185A}" presName="parentShp" presStyleLbl="node1" presStyleIdx="0" presStyleCnt="3">
        <dgm:presLayoutVars>
          <dgm:bulletEnabled val="1"/>
        </dgm:presLayoutVars>
      </dgm:prSet>
      <dgm:spPr/>
    </dgm:pt>
    <dgm:pt modelId="{7191AF94-AF12-45B3-8802-ACEECD0FF51C}" type="pres">
      <dgm:prSet presAssocID="{5AC42852-93D0-4A11-A1EF-156DE41F185A}" presName="childShp" presStyleLbl="bgAccFollowNode1" presStyleIdx="0" presStyleCnt="3">
        <dgm:presLayoutVars>
          <dgm:bulletEnabled val="1"/>
        </dgm:presLayoutVars>
      </dgm:prSet>
      <dgm:spPr/>
    </dgm:pt>
    <dgm:pt modelId="{5CCE45C6-28B5-41B0-AC12-FEAC5EBF082C}" type="pres">
      <dgm:prSet presAssocID="{3A5904E2-E9CC-4178-BCC0-161664EC3FEA}" presName="spacing" presStyleCnt="0"/>
      <dgm:spPr/>
    </dgm:pt>
    <dgm:pt modelId="{35A1E580-15C2-4A5C-8263-278EB7019640}" type="pres">
      <dgm:prSet presAssocID="{949B2E85-286D-48EC-9E09-622502F10CDC}" presName="linNode" presStyleCnt="0"/>
      <dgm:spPr/>
    </dgm:pt>
    <dgm:pt modelId="{4A1D2917-D754-4688-A31B-F45E0EE5F99D}" type="pres">
      <dgm:prSet presAssocID="{949B2E85-286D-48EC-9E09-622502F10CDC}" presName="parentShp" presStyleLbl="node1" presStyleIdx="1" presStyleCnt="3">
        <dgm:presLayoutVars>
          <dgm:bulletEnabled val="1"/>
        </dgm:presLayoutVars>
      </dgm:prSet>
      <dgm:spPr/>
    </dgm:pt>
    <dgm:pt modelId="{D523C523-A8AD-4EA4-B0B8-F609F28F5499}" type="pres">
      <dgm:prSet presAssocID="{949B2E85-286D-48EC-9E09-622502F10CDC}" presName="childShp" presStyleLbl="bgAccFollowNode1" presStyleIdx="1" presStyleCnt="3">
        <dgm:presLayoutVars>
          <dgm:bulletEnabled val="1"/>
        </dgm:presLayoutVars>
      </dgm:prSet>
      <dgm:spPr/>
    </dgm:pt>
    <dgm:pt modelId="{84FE527B-34EA-4A63-BDF8-E5C6F038DBD2}" type="pres">
      <dgm:prSet presAssocID="{D2384190-97F6-4530-BF8E-BAE01CFA663D}" presName="spacing" presStyleCnt="0"/>
      <dgm:spPr/>
    </dgm:pt>
    <dgm:pt modelId="{70BA8A2C-CD81-4233-B2D3-E927D8D5FECB}" type="pres">
      <dgm:prSet presAssocID="{B8AF1F96-7853-44CF-B4C4-F81F9FF668BB}" presName="linNode" presStyleCnt="0"/>
      <dgm:spPr/>
    </dgm:pt>
    <dgm:pt modelId="{6247E90D-1B86-4A49-A3B6-E6968D26985F}" type="pres">
      <dgm:prSet presAssocID="{B8AF1F96-7853-44CF-B4C4-F81F9FF668BB}" presName="parentShp" presStyleLbl="node1" presStyleIdx="2" presStyleCnt="3">
        <dgm:presLayoutVars>
          <dgm:bulletEnabled val="1"/>
        </dgm:presLayoutVars>
      </dgm:prSet>
      <dgm:spPr/>
    </dgm:pt>
    <dgm:pt modelId="{79A445EE-0A68-47A4-BC19-391C5C42655D}" type="pres">
      <dgm:prSet presAssocID="{B8AF1F96-7853-44CF-B4C4-F81F9FF668BB}" presName="childShp" presStyleLbl="bgAccFollowNode1" presStyleIdx="2" presStyleCnt="3">
        <dgm:presLayoutVars>
          <dgm:bulletEnabled val="1"/>
        </dgm:presLayoutVars>
      </dgm:prSet>
      <dgm:spPr/>
    </dgm:pt>
  </dgm:ptLst>
  <dgm:cxnLst>
    <dgm:cxn modelId="{B871810C-A082-4E0D-ACF3-D738D4CAB43E}" type="presOf" srcId="{BF016F42-C0A6-4D58-AD2B-AF30A99C9499}" destId="{479C751F-AA4C-492D-89D4-0C1F5CF93F83}" srcOrd="0" destOrd="0" presId="urn:microsoft.com/office/officeart/2005/8/layout/vList6"/>
    <dgm:cxn modelId="{9869EC10-D9F9-4904-A819-93829807C008}" srcId="{5AC42852-93D0-4A11-A1EF-156DE41F185A}" destId="{7B4D1E38-3DD8-4494-ACE7-EE5CD1A1FC5D}" srcOrd="0" destOrd="0" parTransId="{FE15B423-12DF-4D00-AD49-4074FAC37EA2}" sibTransId="{0DE4A2F8-882A-493E-9AC6-1C4C1AC250D5}"/>
    <dgm:cxn modelId="{EDFC6D19-6B54-4526-B671-098B542FC198}" type="presOf" srcId="{7B4D1E38-3DD8-4494-ACE7-EE5CD1A1FC5D}" destId="{7191AF94-AF12-45B3-8802-ACEECD0FF51C}" srcOrd="0" destOrd="0" presId="urn:microsoft.com/office/officeart/2005/8/layout/vList6"/>
    <dgm:cxn modelId="{35F03D2D-DAAC-4026-BD70-D933BA8AF48A}" srcId="{B8AF1F96-7853-44CF-B4C4-F81F9FF668BB}" destId="{C0E8156C-676E-48BF-AF8C-1EACD13EB81B}" srcOrd="0" destOrd="0" parTransId="{ABD58312-B9B5-487D-807F-44DAA6868BEC}" sibTransId="{43C4ACC2-B25B-4039-9134-01DCB92B7E12}"/>
    <dgm:cxn modelId="{8FF4F32D-D784-4B4D-B569-F181789C6BE8}" type="presOf" srcId="{C0E8156C-676E-48BF-AF8C-1EACD13EB81B}" destId="{79A445EE-0A68-47A4-BC19-391C5C42655D}" srcOrd="0" destOrd="0" presId="urn:microsoft.com/office/officeart/2005/8/layout/vList6"/>
    <dgm:cxn modelId="{D6455E30-43FF-46BE-8AD2-CE9148452F67}" srcId="{949B2E85-286D-48EC-9E09-622502F10CDC}" destId="{9D47FADA-185A-46F8-87B9-C9D691F51868}" srcOrd="0" destOrd="0" parTransId="{FFB65CA0-7B10-465F-8BBC-BBB7B6BE4A13}" sibTransId="{3388BB91-2B8F-4119-BBA3-EE6F60CB29E4}"/>
    <dgm:cxn modelId="{CD40AA38-B273-40E3-9B2C-2A9B2BDE6552}" type="presOf" srcId="{949B2E85-286D-48EC-9E09-622502F10CDC}" destId="{4A1D2917-D754-4688-A31B-F45E0EE5F99D}" srcOrd="0" destOrd="0" presId="urn:microsoft.com/office/officeart/2005/8/layout/vList6"/>
    <dgm:cxn modelId="{373F533B-FC0F-46FA-A6C3-90175CC56973}" srcId="{BF016F42-C0A6-4D58-AD2B-AF30A99C9499}" destId="{B8AF1F96-7853-44CF-B4C4-F81F9FF668BB}" srcOrd="2" destOrd="0" parTransId="{7B1E3434-5B7E-4821-AC29-AE3DCE6F6BF7}" sibTransId="{2632840F-D3E4-4A42-9DEF-33BB90B0A1BD}"/>
    <dgm:cxn modelId="{3C512F5E-4ACA-4B46-A6F3-835985B5627C}" srcId="{BF016F42-C0A6-4D58-AD2B-AF30A99C9499}" destId="{5AC42852-93D0-4A11-A1EF-156DE41F185A}" srcOrd="0" destOrd="0" parTransId="{BE24118C-DAB3-4891-9574-1B3898666EDB}" sibTransId="{3A5904E2-E9CC-4178-BCC0-161664EC3FEA}"/>
    <dgm:cxn modelId="{0DAD0B61-40DC-494E-9E87-74A014742996}" type="presOf" srcId="{5AC42852-93D0-4A11-A1EF-156DE41F185A}" destId="{DA177B4D-082A-478A-B4C0-85A9EC9912BB}" srcOrd="0" destOrd="0" presId="urn:microsoft.com/office/officeart/2005/8/layout/vList6"/>
    <dgm:cxn modelId="{7F3E19B9-8FB0-42BD-9C02-E4BED65CDD95}" type="presOf" srcId="{B8AF1F96-7853-44CF-B4C4-F81F9FF668BB}" destId="{6247E90D-1B86-4A49-A3B6-E6968D26985F}" srcOrd="0" destOrd="0" presId="urn:microsoft.com/office/officeart/2005/8/layout/vList6"/>
    <dgm:cxn modelId="{2EB784C6-D147-4530-94B0-48CC8BD8DA83}" srcId="{BF016F42-C0A6-4D58-AD2B-AF30A99C9499}" destId="{949B2E85-286D-48EC-9E09-622502F10CDC}" srcOrd="1" destOrd="0" parTransId="{77C73BBC-0CF6-4BD3-9EB1-8EF01AC2A849}" sibTransId="{D2384190-97F6-4530-BF8E-BAE01CFA663D}"/>
    <dgm:cxn modelId="{E4BF69E0-D464-4C8A-8CBF-6F6EA4493F51}" type="presOf" srcId="{9D47FADA-185A-46F8-87B9-C9D691F51868}" destId="{D523C523-A8AD-4EA4-B0B8-F609F28F5499}" srcOrd="0" destOrd="0" presId="urn:microsoft.com/office/officeart/2005/8/layout/vList6"/>
    <dgm:cxn modelId="{11583114-D5A0-47B1-820B-D55E9B6FBC60}" type="presParOf" srcId="{479C751F-AA4C-492D-89D4-0C1F5CF93F83}" destId="{C3BD86D3-5CFC-4B7D-836D-2F013E740F7C}" srcOrd="0" destOrd="0" presId="urn:microsoft.com/office/officeart/2005/8/layout/vList6"/>
    <dgm:cxn modelId="{1DF8786F-F82E-4D0D-A252-36CF382EC99D}" type="presParOf" srcId="{C3BD86D3-5CFC-4B7D-836D-2F013E740F7C}" destId="{DA177B4D-082A-478A-B4C0-85A9EC9912BB}" srcOrd="0" destOrd="0" presId="urn:microsoft.com/office/officeart/2005/8/layout/vList6"/>
    <dgm:cxn modelId="{CAA046B1-C514-4C2B-AE57-04A5768A1AF2}" type="presParOf" srcId="{C3BD86D3-5CFC-4B7D-836D-2F013E740F7C}" destId="{7191AF94-AF12-45B3-8802-ACEECD0FF51C}" srcOrd="1" destOrd="0" presId="urn:microsoft.com/office/officeart/2005/8/layout/vList6"/>
    <dgm:cxn modelId="{645D1544-5895-4E17-97EA-58235535118B}" type="presParOf" srcId="{479C751F-AA4C-492D-89D4-0C1F5CF93F83}" destId="{5CCE45C6-28B5-41B0-AC12-FEAC5EBF082C}" srcOrd="1" destOrd="0" presId="urn:microsoft.com/office/officeart/2005/8/layout/vList6"/>
    <dgm:cxn modelId="{0168BB5A-0D97-45B3-8852-0ED379465E6C}" type="presParOf" srcId="{479C751F-AA4C-492D-89D4-0C1F5CF93F83}" destId="{35A1E580-15C2-4A5C-8263-278EB7019640}" srcOrd="2" destOrd="0" presId="urn:microsoft.com/office/officeart/2005/8/layout/vList6"/>
    <dgm:cxn modelId="{3EF41EE6-C2DA-47BE-99FE-718D649D044B}" type="presParOf" srcId="{35A1E580-15C2-4A5C-8263-278EB7019640}" destId="{4A1D2917-D754-4688-A31B-F45E0EE5F99D}" srcOrd="0" destOrd="0" presId="urn:microsoft.com/office/officeart/2005/8/layout/vList6"/>
    <dgm:cxn modelId="{EB7D5BA5-D392-4C0E-8EEF-B06828FF2176}" type="presParOf" srcId="{35A1E580-15C2-4A5C-8263-278EB7019640}" destId="{D523C523-A8AD-4EA4-B0B8-F609F28F5499}" srcOrd="1" destOrd="0" presId="urn:microsoft.com/office/officeart/2005/8/layout/vList6"/>
    <dgm:cxn modelId="{CEF22932-5B55-45A6-BD3F-23F003781CF1}" type="presParOf" srcId="{479C751F-AA4C-492D-89D4-0C1F5CF93F83}" destId="{84FE527B-34EA-4A63-BDF8-E5C6F038DBD2}" srcOrd="3" destOrd="0" presId="urn:microsoft.com/office/officeart/2005/8/layout/vList6"/>
    <dgm:cxn modelId="{D742C86F-88F9-4BD2-8F03-3794E2E9608A}" type="presParOf" srcId="{479C751F-AA4C-492D-89D4-0C1F5CF93F83}" destId="{70BA8A2C-CD81-4233-B2D3-E927D8D5FECB}" srcOrd="4" destOrd="0" presId="urn:microsoft.com/office/officeart/2005/8/layout/vList6"/>
    <dgm:cxn modelId="{0BA31B40-3A24-4071-AF2B-56602B735574}" type="presParOf" srcId="{70BA8A2C-CD81-4233-B2D3-E927D8D5FECB}" destId="{6247E90D-1B86-4A49-A3B6-E6968D26985F}" srcOrd="0" destOrd="0" presId="urn:microsoft.com/office/officeart/2005/8/layout/vList6"/>
    <dgm:cxn modelId="{FEE97419-458B-4955-8C35-C0AEA48B7A8F}" type="presParOf" srcId="{70BA8A2C-CD81-4233-B2D3-E927D8D5FECB}" destId="{79A445EE-0A68-47A4-BC19-391C5C42655D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501DC2-88CD-467F-A1AD-9EE86621238C}">
      <dsp:nvSpPr>
        <dsp:cNvPr id="0" name=""/>
        <dsp:cNvSpPr/>
      </dsp:nvSpPr>
      <dsp:spPr>
        <a:xfrm>
          <a:off x="-6299646" y="-963660"/>
          <a:ext cx="7498601" cy="7498601"/>
        </a:xfrm>
        <a:prstGeom prst="blockArc">
          <a:avLst>
            <a:gd name="adj1" fmla="val 18900000"/>
            <a:gd name="adj2" fmla="val 2700000"/>
            <a:gd name="adj3" fmla="val 288"/>
          </a:avLst>
        </a:pr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DDC618-9300-4CE7-BAF2-3E0E5CE7D691}">
      <dsp:nvSpPr>
        <dsp:cNvPr id="0" name=""/>
        <dsp:cNvSpPr/>
      </dsp:nvSpPr>
      <dsp:spPr>
        <a:xfrm>
          <a:off x="627445" y="428320"/>
          <a:ext cx="11025777" cy="8570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312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>
              <a:latin typeface="Calibri" panose="020F0502020204030204" pitchFamily="34" charset="0"/>
              <a:cs typeface="Arial" panose="020B0604020202020204" pitchFamily="34" charset="0"/>
            </a:rPr>
            <a:t>Mar 7:05pm – 9:40pm hora CDMX, con un descanso de 10 minutos (8:20pm).</a:t>
          </a:r>
          <a:endParaRPr lang="en-GB" sz="2500" kern="1200" dirty="0"/>
        </a:p>
      </dsp:txBody>
      <dsp:txXfrm>
        <a:off x="627445" y="428320"/>
        <a:ext cx="11025777" cy="857085"/>
      </dsp:txXfrm>
    </dsp:sp>
    <dsp:sp modelId="{BDA3704B-EF0A-40D6-A255-98CC10756ACC}">
      <dsp:nvSpPr>
        <dsp:cNvPr id="0" name=""/>
        <dsp:cNvSpPr/>
      </dsp:nvSpPr>
      <dsp:spPr>
        <a:xfrm>
          <a:off x="91767" y="321184"/>
          <a:ext cx="1071357" cy="107135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14AFCA-8BD7-478A-8592-D98300A3E8B4}">
      <dsp:nvSpPr>
        <dsp:cNvPr id="0" name=""/>
        <dsp:cNvSpPr/>
      </dsp:nvSpPr>
      <dsp:spPr>
        <a:xfrm>
          <a:off x="1118832" y="1714171"/>
          <a:ext cx="10534390" cy="857085"/>
        </a:xfrm>
        <a:prstGeom prst="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312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>
              <a:latin typeface="Calibri" panose="020F0502020204030204" pitchFamily="34" charset="0"/>
              <a:cs typeface="Arial" panose="020B0604020202020204" pitchFamily="34" charset="0"/>
            </a:rPr>
            <a:t>Se espera cortesía y respeto entre todos los participantes.</a:t>
          </a:r>
        </a:p>
      </dsp:txBody>
      <dsp:txXfrm>
        <a:off x="1118832" y="1714171"/>
        <a:ext cx="10534390" cy="857085"/>
      </dsp:txXfrm>
    </dsp:sp>
    <dsp:sp modelId="{B1A07ED0-1CAE-42FD-BF6B-36900CDA26B8}">
      <dsp:nvSpPr>
        <dsp:cNvPr id="0" name=""/>
        <dsp:cNvSpPr/>
      </dsp:nvSpPr>
      <dsp:spPr>
        <a:xfrm>
          <a:off x="583154" y="1607036"/>
          <a:ext cx="1071357" cy="107135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BF3FE9-B685-4B7D-850A-1002E454D4CC}">
      <dsp:nvSpPr>
        <dsp:cNvPr id="0" name=""/>
        <dsp:cNvSpPr/>
      </dsp:nvSpPr>
      <dsp:spPr>
        <a:xfrm>
          <a:off x="1118832" y="3000023"/>
          <a:ext cx="10534390" cy="857085"/>
        </a:xfrm>
        <a:prstGeom prst="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312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>
              <a:latin typeface="Calibri" panose="020F0502020204030204" pitchFamily="34" charset="0"/>
              <a:cs typeface="Arial" panose="020B0604020202020204" pitchFamily="34" charset="0"/>
            </a:rPr>
            <a:t>Evita estar realizando actividades de manera simultánea ajenas a la clase que pudieran distraerte.</a:t>
          </a:r>
          <a:endParaRPr lang="en-GB" sz="2500" kern="1200" dirty="0">
            <a:latin typeface="Calibri" panose="020F0502020204030204" pitchFamily="34" charset="0"/>
            <a:cs typeface="Arial" panose="020B0604020202020204" pitchFamily="34" charset="0"/>
          </a:endParaRPr>
        </a:p>
      </dsp:txBody>
      <dsp:txXfrm>
        <a:off x="1118832" y="3000023"/>
        <a:ext cx="10534390" cy="857085"/>
      </dsp:txXfrm>
    </dsp:sp>
    <dsp:sp modelId="{A2727FCB-DA32-492C-921B-E65172490411}">
      <dsp:nvSpPr>
        <dsp:cNvPr id="0" name=""/>
        <dsp:cNvSpPr/>
      </dsp:nvSpPr>
      <dsp:spPr>
        <a:xfrm>
          <a:off x="583154" y="2892887"/>
          <a:ext cx="1071357" cy="107135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A5FEE9-4ED0-45D6-9810-D8E474BD23E9}">
      <dsp:nvSpPr>
        <dsp:cNvPr id="0" name=""/>
        <dsp:cNvSpPr/>
      </dsp:nvSpPr>
      <dsp:spPr>
        <a:xfrm>
          <a:off x="627445" y="4285875"/>
          <a:ext cx="11025777" cy="857085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312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>
              <a:latin typeface="Calibri" panose="020F0502020204030204" pitchFamily="34" charset="0"/>
              <a:cs typeface="Arial" panose="020B0604020202020204" pitchFamily="34" charset="0"/>
            </a:rPr>
            <a:t>Asegúrate de tener el micrófono apagado (excepto en caso de dudas) y la cámara encendida durante las sesiones.</a:t>
          </a:r>
        </a:p>
      </dsp:txBody>
      <dsp:txXfrm>
        <a:off x="627445" y="4285875"/>
        <a:ext cx="11025777" cy="857085"/>
      </dsp:txXfrm>
    </dsp:sp>
    <dsp:sp modelId="{583944D4-DAEE-463C-ADAE-615B53414F8E}">
      <dsp:nvSpPr>
        <dsp:cNvPr id="0" name=""/>
        <dsp:cNvSpPr/>
      </dsp:nvSpPr>
      <dsp:spPr>
        <a:xfrm>
          <a:off x="91767" y="4178739"/>
          <a:ext cx="1071357" cy="107135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C6EEE-2DB7-4B6F-B044-345389E8240B}">
      <dsp:nvSpPr>
        <dsp:cNvPr id="0" name=""/>
        <dsp:cNvSpPr/>
      </dsp:nvSpPr>
      <dsp:spPr>
        <a:xfrm rot="5400000">
          <a:off x="1105338" y="1448943"/>
          <a:ext cx="1272487" cy="144868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4EC437C-58D4-4B48-B1D2-264191DFE45B}">
      <dsp:nvSpPr>
        <dsp:cNvPr id="0" name=""/>
        <dsp:cNvSpPr/>
      </dsp:nvSpPr>
      <dsp:spPr>
        <a:xfrm>
          <a:off x="80372" y="38365"/>
          <a:ext cx="3517788" cy="1499414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dirty="0"/>
            <a:t>1. Introducción </a:t>
          </a:r>
          <a:endParaRPr lang="es-MX" sz="2700" kern="1200" dirty="0"/>
        </a:p>
      </dsp:txBody>
      <dsp:txXfrm>
        <a:off x="153581" y="111574"/>
        <a:ext cx="3371370" cy="1352996"/>
      </dsp:txXfrm>
    </dsp:sp>
    <dsp:sp modelId="{F7662CBB-5947-483D-82FE-E7BDBED6F3A7}">
      <dsp:nvSpPr>
        <dsp:cNvPr id="0" name=""/>
        <dsp:cNvSpPr/>
      </dsp:nvSpPr>
      <dsp:spPr>
        <a:xfrm>
          <a:off x="2910326" y="181369"/>
          <a:ext cx="1557973" cy="121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0ABC0E-632F-4B68-BC99-41B6FFF30D8F}">
      <dsp:nvSpPr>
        <dsp:cNvPr id="0" name=""/>
        <dsp:cNvSpPr/>
      </dsp:nvSpPr>
      <dsp:spPr>
        <a:xfrm rot="5400000">
          <a:off x="3211544" y="3133280"/>
          <a:ext cx="1272487" cy="144868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5">
            <a:tint val="50000"/>
            <a:hueOff val="-3342512"/>
            <a:satOff val="-12663"/>
            <a:lumOff val="420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971B35C-F29A-4252-9C30-CB1CCF8612F5}">
      <dsp:nvSpPr>
        <dsp:cNvPr id="0" name=""/>
        <dsp:cNvSpPr/>
      </dsp:nvSpPr>
      <dsp:spPr>
        <a:xfrm>
          <a:off x="2186577" y="1722702"/>
          <a:ext cx="3517788" cy="1499414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kern="1200" dirty="0"/>
            <a:t>2. Técnicas y herramientas para la visualización de datos</a:t>
          </a:r>
        </a:p>
      </dsp:txBody>
      <dsp:txXfrm>
        <a:off x="2259786" y="1795911"/>
        <a:ext cx="3371370" cy="1352996"/>
      </dsp:txXfrm>
    </dsp:sp>
    <dsp:sp modelId="{9DF4D29D-DD8F-40C5-8E9A-7732CC89A59D}">
      <dsp:nvSpPr>
        <dsp:cNvPr id="0" name=""/>
        <dsp:cNvSpPr/>
      </dsp:nvSpPr>
      <dsp:spPr>
        <a:xfrm>
          <a:off x="5016531" y="1865705"/>
          <a:ext cx="1557973" cy="121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FFE0D1-5C92-46E0-B7A3-99337B2229B6}">
      <dsp:nvSpPr>
        <dsp:cNvPr id="0" name=""/>
        <dsp:cNvSpPr/>
      </dsp:nvSpPr>
      <dsp:spPr>
        <a:xfrm rot="5400000">
          <a:off x="5317749" y="4817616"/>
          <a:ext cx="1272487" cy="144868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5">
            <a:tint val="50000"/>
            <a:hueOff val="-6685025"/>
            <a:satOff val="-25325"/>
            <a:lumOff val="841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F90892E-7C23-4D5C-9B6F-C64E8E70528B}">
      <dsp:nvSpPr>
        <dsp:cNvPr id="0" name=""/>
        <dsp:cNvSpPr/>
      </dsp:nvSpPr>
      <dsp:spPr>
        <a:xfrm>
          <a:off x="4292782" y="3407039"/>
          <a:ext cx="3517788" cy="1499414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kern="1200" dirty="0"/>
            <a:t>3. </a:t>
          </a:r>
          <a:r>
            <a:rPr lang="es-MX" sz="2700" kern="1200" noProof="0" dirty="0"/>
            <a:t>Principales retos</a:t>
          </a:r>
        </a:p>
      </dsp:txBody>
      <dsp:txXfrm>
        <a:off x="4365991" y="3480248"/>
        <a:ext cx="3371370" cy="1352996"/>
      </dsp:txXfrm>
    </dsp:sp>
    <dsp:sp modelId="{9263EB14-A3C4-4A99-9335-8F87C7A6B63C}">
      <dsp:nvSpPr>
        <dsp:cNvPr id="0" name=""/>
        <dsp:cNvSpPr/>
      </dsp:nvSpPr>
      <dsp:spPr>
        <a:xfrm>
          <a:off x="7122736" y="3550042"/>
          <a:ext cx="1557973" cy="1211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367932-5218-4B6F-AF37-26D2BA9C0036}">
      <dsp:nvSpPr>
        <dsp:cNvPr id="0" name=""/>
        <dsp:cNvSpPr/>
      </dsp:nvSpPr>
      <dsp:spPr>
        <a:xfrm>
          <a:off x="6398988" y="5091376"/>
          <a:ext cx="3517788" cy="1499414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noProof="0" dirty="0"/>
            <a:t>4. </a:t>
          </a:r>
          <a:r>
            <a:rPr lang="es-MX" sz="2700" kern="1200" noProof="0" dirty="0"/>
            <a:t>Visualización de datos eficaz</a:t>
          </a:r>
        </a:p>
      </dsp:txBody>
      <dsp:txXfrm>
        <a:off x="6472197" y="5164585"/>
        <a:ext cx="3371370" cy="13529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91AF94-AF12-45B3-8802-ACEECD0FF51C}">
      <dsp:nvSpPr>
        <dsp:cNvPr id="0" name=""/>
        <dsp:cNvSpPr/>
      </dsp:nvSpPr>
      <dsp:spPr>
        <a:xfrm>
          <a:off x="4514019" y="0"/>
          <a:ext cx="6771030" cy="1332202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000" kern="1200" noProof="0" dirty="0"/>
            <a:t>Un </a:t>
          </a:r>
          <a:r>
            <a:rPr lang="es-MX" sz="3000" kern="1200" noProof="0" dirty="0" err="1"/>
            <a:t>Kahoot</a:t>
          </a:r>
          <a:r>
            <a:rPr lang="es-MX" sz="3000" kern="1200" noProof="0" dirty="0"/>
            <a:t> al final de cada 2 módulos (2)</a:t>
          </a:r>
        </a:p>
      </dsp:txBody>
      <dsp:txXfrm>
        <a:off x="4514019" y="166525"/>
        <a:ext cx="6271454" cy="999152"/>
      </dsp:txXfrm>
    </dsp:sp>
    <dsp:sp modelId="{DA177B4D-082A-478A-B4C0-85A9EC9912BB}">
      <dsp:nvSpPr>
        <dsp:cNvPr id="0" name=""/>
        <dsp:cNvSpPr/>
      </dsp:nvSpPr>
      <dsp:spPr>
        <a:xfrm>
          <a:off x="0" y="0"/>
          <a:ext cx="4514020" cy="1332202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kern="1200" noProof="0" dirty="0"/>
            <a:t>Quizzes 20%</a:t>
          </a:r>
        </a:p>
      </dsp:txBody>
      <dsp:txXfrm>
        <a:off x="65033" y="65033"/>
        <a:ext cx="4383954" cy="1202136"/>
      </dsp:txXfrm>
    </dsp:sp>
    <dsp:sp modelId="{D523C523-A8AD-4EA4-B0B8-F609F28F5499}">
      <dsp:nvSpPr>
        <dsp:cNvPr id="0" name=""/>
        <dsp:cNvSpPr/>
      </dsp:nvSpPr>
      <dsp:spPr>
        <a:xfrm>
          <a:off x="4514019" y="1465422"/>
          <a:ext cx="6771030" cy="1332202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3369881"/>
            <a:satOff val="-11416"/>
            <a:lumOff val="-1464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-3369881"/>
              <a:satOff val="-11416"/>
              <a:lumOff val="-146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000" kern="1200" noProof="0" dirty="0"/>
            <a:t>3 Actividades para desarrollar en Colab notebooks</a:t>
          </a:r>
        </a:p>
      </dsp:txBody>
      <dsp:txXfrm>
        <a:off x="4514019" y="1631947"/>
        <a:ext cx="6271454" cy="999152"/>
      </dsp:txXfrm>
    </dsp:sp>
    <dsp:sp modelId="{4A1D2917-D754-4688-A31B-F45E0EE5F99D}">
      <dsp:nvSpPr>
        <dsp:cNvPr id="0" name=""/>
        <dsp:cNvSpPr/>
      </dsp:nvSpPr>
      <dsp:spPr>
        <a:xfrm>
          <a:off x="0" y="1465422"/>
          <a:ext cx="4514020" cy="1332202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700" kern="1200" noProof="0" dirty="0" err="1"/>
            <a:t>Colab</a:t>
          </a:r>
          <a:r>
            <a:rPr lang="es-MX" sz="3700" kern="1200" noProof="0" dirty="0"/>
            <a:t> notebooks 30%</a:t>
          </a:r>
        </a:p>
      </dsp:txBody>
      <dsp:txXfrm>
        <a:off x="65033" y="1530455"/>
        <a:ext cx="4383954" cy="1202136"/>
      </dsp:txXfrm>
    </dsp:sp>
    <dsp:sp modelId="{79A445EE-0A68-47A4-BC19-391C5C42655D}">
      <dsp:nvSpPr>
        <dsp:cNvPr id="0" name=""/>
        <dsp:cNvSpPr/>
      </dsp:nvSpPr>
      <dsp:spPr>
        <a:xfrm>
          <a:off x="4514020" y="2930845"/>
          <a:ext cx="6771030" cy="1332202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000" kern="1200" noProof="0" dirty="0"/>
            <a:t>Presentación sobre un tema a escoger utilizando las técnicas vistas en clase</a:t>
          </a:r>
        </a:p>
      </dsp:txBody>
      <dsp:txXfrm>
        <a:off x="4514020" y="3097370"/>
        <a:ext cx="6271454" cy="999152"/>
      </dsp:txXfrm>
    </dsp:sp>
    <dsp:sp modelId="{6247E90D-1B86-4A49-A3B6-E6968D26985F}">
      <dsp:nvSpPr>
        <dsp:cNvPr id="0" name=""/>
        <dsp:cNvSpPr/>
      </dsp:nvSpPr>
      <dsp:spPr>
        <a:xfrm>
          <a:off x="0" y="2930845"/>
          <a:ext cx="4514020" cy="1332202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700" kern="1200" noProof="0" dirty="0"/>
            <a:t>Proyecto 50%</a:t>
          </a:r>
        </a:p>
      </dsp:txBody>
      <dsp:txXfrm>
        <a:off x="65033" y="2995878"/>
        <a:ext cx="4383954" cy="12021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F31BD-C84B-429C-91DD-7E516F0A6E97}" type="datetimeFigureOut">
              <a:rPr lang="es-MX" smtClean="0"/>
              <a:t>01/04/2025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035C86-E246-4CE0-AA4D-AF17BED6AF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2776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035C86-E246-4CE0-AA4D-AF17BED6AF57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8618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0F43FE-12FB-417F-83D3-2D979EC85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668F6E-C7A8-4025-968F-0DC41C478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7B112E-6B31-44B0-A1AF-2776F2704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930F38-A50D-4999-9BF0-AC4F9A99E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49167E-727A-4156-89C0-389E685AC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873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6733C6-AEB1-4A9C-83A6-D6F37B7E8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519D58-BC6E-46B5-8D8E-1591DAC2D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6F2CC7-1512-4280-A8A8-042458B55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46CBC9-4AC8-480C-9EF8-615C6107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207290-89CC-4EB2-852D-7FB5BEE9C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529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B3EC77-A851-4E90-8968-F43C7AC0F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28D09A-FE38-4A86-AC0B-1380B5CEC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653D64-3F44-4DD9-A922-E49422067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DD943B-A026-4D3F-A7E6-7A5F7281A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9CA716-CD40-4515-9A01-BB1BECB9F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40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C6BE32-4F37-425F-8295-4D539AA1C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A3D535-7FC4-4329-9FF3-AE2EEAC69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5A7F00-F526-41A1-B113-4680786FD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58C544-1E1E-4C4E-9315-29241B131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A74BBF-0D75-4FE9-8576-BCE6F8EC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DA5CF8-6A5B-4217-BFA7-F5F6DED2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629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B6C191-4A82-4C73-BAD7-A6D537099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95DFE0-EFF4-4FDA-8211-5E7236C95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967BDA-043F-489D-8D73-2D7009650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F2FBC02-FBAD-4F89-B6C5-ECBEB5916A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9A4653C-093F-4381-9E97-A2A2D5BB9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F367142-4B22-4CAF-991E-2F4504DD7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0BC1BBC-1188-4050-9F81-72C5CFF9F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647B11B-D30D-42C3-803D-29A2EEB52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1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787DB-3C88-46E3-A3AF-CAD43AE0A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5D4BFC3-8638-4102-B9CD-DCFB1FB85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6180099-D636-4A97-B528-A37FA6BF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75A08B5-2F6F-41D9-9F9E-AC424D226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13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64F0E72-845B-4AFF-86C9-0C4268519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C8886E8-EFF2-4D29-A789-448373B17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92EE3D-7BC2-4C7A-8BF9-69DCB03E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84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CA471D-2E7B-4B00-9917-020B9710F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3027FB-83EF-4E8E-A0A7-73D2B741F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1E2D3C0-8330-4089-98DC-A1D02DCAF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BC7F9E-DD34-4D96-BC26-485F758F8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EFA1AD-1895-41BB-B999-5770D96F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1C9AF1-D98B-45FC-9ED9-06AE15DA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000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6A3F1-141B-45F1-A31A-8B4026FA1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5777145-E91F-42DC-BE21-71B3F15984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B7CCB4-A95F-400D-8CFF-2FF1A9DEB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E1E6FD-2753-4BB3-A802-7FDA81AE5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AF2AE9-1BB0-4798-B61E-19B5782ED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4A1382-6A48-40FD-9D41-53C40258A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826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165D72-76FC-4367-AECF-204A67616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CADC5C-9F8D-4384-B575-DAE0EB70C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950E9A-DAEC-40A2-945B-B4579104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670122-9D50-484E-8B9E-ECAB0FBBD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BCCBDE-FC35-4A76-9F13-82539763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137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FD26375-D2FA-4D02-80E6-0EDEB936B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72FA37-A981-4001-ADD7-91E8F0514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F79F54-9186-4678-A062-3FFCC03F4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A2B73E-89AA-45C2-BD7B-EDDBFA1E7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CA050C-6317-4BC5-8F5A-6F0210442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998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C95FECE-D1D8-4F9A-9CFA-1DEC668D7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836164-9F61-4C1B-BE10-63C6C538B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9C69EF-55A7-4716-9FE2-E5B1E05FC0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4/1/2025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6C97CA-DBC8-4937-9EDF-822116F91D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EAAD13-FBBC-4003-AE6E-C32705772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896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www.toolsandapplications.com/open-pdf-on-ipad-from-mail/" TargetMode="External"/><Relationship Id="rId7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hyperlink" Target="https://commons.wikimedia.org/wiki/File%3ALinkedin_Shiny_Icon.svg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jpe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jpeg"/><Relationship Id="rId21" Type="http://schemas.openxmlformats.org/officeDocument/2006/relationships/image" Target="../media/image25.jpe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jpe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jpeg"/><Relationship Id="rId5" Type="http://schemas.openxmlformats.org/officeDocument/2006/relationships/image" Target="../media/image9.png"/><Relationship Id="rId15" Type="http://schemas.openxmlformats.org/officeDocument/2006/relationships/image" Target="../media/image19.jpeg"/><Relationship Id="rId23" Type="http://schemas.openxmlformats.org/officeDocument/2006/relationships/image" Target="../media/image27.jpe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jpe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jpe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jpe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30.jpeg"/><Relationship Id="rId10" Type="http://schemas.openxmlformats.org/officeDocument/2006/relationships/image" Target="../media/image14.png"/><Relationship Id="rId4" Type="http://schemas.openxmlformats.org/officeDocument/2006/relationships/image" Target="../media/image8.jpe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3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jpeg"/><Relationship Id="rId12" Type="http://schemas.openxmlformats.org/officeDocument/2006/relationships/image" Target="../media/image3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33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32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blog.toright.com/posts/6725/google-colab-free-gpu-ai-train.html" TargetMode="External"/><Relationship Id="rId3" Type="http://schemas.openxmlformats.org/officeDocument/2006/relationships/image" Target="../media/image36.jpg"/><Relationship Id="rId7" Type="http://schemas.openxmlformats.org/officeDocument/2006/relationships/image" Target="../media/image38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ngimg.com/download/73351" TargetMode="External"/><Relationship Id="rId11" Type="http://schemas.openxmlformats.org/officeDocument/2006/relationships/image" Target="../media/image4.jpeg"/><Relationship Id="rId5" Type="http://schemas.openxmlformats.org/officeDocument/2006/relationships/image" Target="../media/image37.png"/><Relationship Id="rId10" Type="http://schemas.openxmlformats.org/officeDocument/2006/relationships/hyperlink" Target="https://github.com/edavgaun/RCEL_506" TargetMode="External"/><Relationship Id="rId4" Type="http://schemas.openxmlformats.org/officeDocument/2006/relationships/hyperlink" Target="http://mariademolina.blogspot.com/2016/09/python.html" TargetMode="External"/><Relationship Id="rId9" Type="http://schemas.openxmlformats.org/officeDocument/2006/relationships/image" Target="../media/image39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4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40.png"/><Relationship Id="rId4" Type="http://schemas.openxmlformats.org/officeDocument/2006/relationships/diagramQuickStyle" Target="../diagrams/quickStyle2.xml"/><Relationship Id="rId9" Type="http://schemas.microsoft.com/office/2017/06/relationships/model3d" Target="../media/model3d1.glb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4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hyperlink" Target="https://clauswilke.com/dataviz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L-PAzrpqUQ?feature=oembed" TargetMode="External"/><Relationship Id="rId4" Type="http://schemas.openxmlformats.org/officeDocument/2006/relationships/image" Target="../media/image4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B933C-E2C2-4B76-A00F-D14F44827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31" y="410868"/>
            <a:ext cx="3850142" cy="1685832"/>
          </a:xfrm>
        </p:spPr>
        <p:txBody>
          <a:bodyPr anchor="t">
            <a:normAutofit/>
          </a:bodyPr>
          <a:lstStyle/>
          <a:p>
            <a:pPr algn="l"/>
            <a:r>
              <a:rPr lang="es-ES" sz="3400" b="1" dirty="0">
                <a:solidFill>
                  <a:srgbClr val="FFFFFF"/>
                </a:solidFill>
              </a:rPr>
              <a:t>Visualización de Datos y Narración de Historias</a:t>
            </a:r>
            <a:endParaRPr lang="es-MX" sz="3400" b="1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90AAA7-FE7B-41E2-88AB-14806F269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30" y="4143669"/>
            <a:ext cx="3944373" cy="426714"/>
          </a:xfrm>
        </p:spPr>
        <p:txBody>
          <a:bodyPr anchor="b">
            <a:no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</a:rPr>
              <a:t>Edgar Avalos-Gauna, PhD.</a:t>
            </a:r>
          </a:p>
        </p:txBody>
      </p:sp>
      <p:pic>
        <p:nvPicPr>
          <p:cNvPr id="11" name="Imagen 10" descr="Icono&#10;&#10;Descripción generada automáticamente">
            <a:extLst>
              <a:ext uri="{FF2B5EF4-FFF2-40B4-BE49-F238E27FC236}">
                <a16:creationId xmlns:a16="http://schemas.microsoft.com/office/drawing/2014/main" id="{E5C170FC-CEC3-4933-8D6E-9DE9C20B3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1226" y="5230867"/>
            <a:ext cx="364762" cy="364762"/>
          </a:xfrm>
          <a:prstGeom prst="rect">
            <a:avLst/>
          </a:prstGeom>
        </p:spPr>
      </p:pic>
      <p:sp>
        <p:nvSpPr>
          <p:cNvPr id="12" name="Subtítulo 2">
            <a:extLst>
              <a:ext uri="{FF2B5EF4-FFF2-40B4-BE49-F238E27FC236}">
                <a16:creationId xmlns:a16="http://schemas.microsoft.com/office/drawing/2014/main" id="{013FE440-BAEC-4E5B-88C9-D7195C0E0D17}"/>
              </a:ext>
            </a:extLst>
          </p:cNvPr>
          <p:cNvSpPr txBox="1">
            <a:spLocks/>
          </p:cNvSpPr>
          <p:nvPr/>
        </p:nvSpPr>
        <p:spPr>
          <a:xfrm>
            <a:off x="531430" y="5132931"/>
            <a:ext cx="3447624" cy="560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500" dirty="0">
                <a:solidFill>
                  <a:schemeClr val="bg1"/>
                </a:solidFill>
              </a:rPr>
              <a:t>edgaravalos@up.edu.mx</a:t>
            </a:r>
          </a:p>
        </p:txBody>
      </p:sp>
      <p:pic>
        <p:nvPicPr>
          <p:cNvPr id="13" name="Imagen 12" descr="Icono&#10;&#10;Descripción generada automáticamente">
            <a:extLst>
              <a:ext uri="{FF2B5EF4-FFF2-40B4-BE49-F238E27FC236}">
                <a16:creationId xmlns:a16="http://schemas.microsoft.com/office/drawing/2014/main" id="{F126A4C4-AF99-46BB-A3B8-5FD6CA4A3A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7036" y="5886203"/>
            <a:ext cx="410979" cy="410979"/>
          </a:xfrm>
          <a:prstGeom prst="rect">
            <a:avLst/>
          </a:prstGeom>
        </p:spPr>
      </p:pic>
      <p:sp>
        <p:nvSpPr>
          <p:cNvPr id="14" name="Subtítulo 2">
            <a:extLst>
              <a:ext uri="{FF2B5EF4-FFF2-40B4-BE49-F238E27FC236}">
                <a16:creationId xmlns:a16="http://schemas.microsoft.com/office/drawing/2014/main" id="{32A16A41-044F-47C2-A2C4-F9BF2E3264F0}"/>
              </a:ext>
            </a:extLst>
          </p:cNvPr>
          <p:cNvSpPr txBox="1">
            <a:spLocks/>
          </p:cNvSpPr>
          <p:nvPr/>
        </p:nvSpPr>
        <p:spPr>
          <a:xfrm>
            <a:off x="530206" y="5791041"/>
            <a:ext cx="5226211" cy="560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50" dirty="0">
                <a:solidFill>
                  <a:schemeClr val="bg1"/>
                </a:solidFill>
              </a:rPr>
              <a:t>www.linkedin.com/in/e-avalos-gauna/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10291EBF-B7F1-4E2B-BF3D-6288DD091956}"/>
              </a:ext>
            </a:extLst>
          </p:cNvPr>
          <p:cNvSpPr txBox="1">
            <a:spLocks/>
          </p:cNvSpPr>
          <p:nvPr/>
        </p:nvSpPr>
        <p:spPr>
          <a:xfrm>
            <a:off x="94231" y="2514212"/>
            <a:ext cx="3850142" cy="1685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400" b="1" dirty="0">
                <a:solidFill>
                  <a:srgbClr val="FFFFFF"/>
                </a:solidFill>
              </a:rPr>
              <a:t>00 Información general del curso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A444C68-ED9E-45C5-B623-A9765BDD8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374" y="9526"/>
            <a:ext cx="8050626" cy="451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F0D16CBE-0BE2-679E-01EE-D611BDF27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408" y="4549400"/>
            <a:ext cx="3611556" cy="226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C07F76F-34F4-31AA-0CFD-23FA8AE81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5990" y="4630217"/>
            <a:ext cx="3200156" cy="2168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6533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 Little Bit About Me - Rio Seco School">
            <a:extLst>
              <a:ext uri="{FF2B5EF4-FFF2-40B4-BE49-F238E27FC236}">
                <a16:creationId xmlns:a16="http://schemas.microsoft.com/office/drawing/2014/main" id="{DC0506F0-D7C3-43CF-A488-E4C0327B6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4520087" cy="1704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nformación general sobre México">
            <a:extLst>
              <a:ext uri="{FF2B5EF4-FFF2-40B4-BE49-F238E27FC236}">
                <a16:creationId xmlns:a16="http://schemas.microsoft.com/office/drawing/2014/main" id="{91E414AD-5B3A-4DA9-8C0C-D51CB723A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523" y="177762"/>
            <a:ext cx="2183836" cy="134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Universidad Tecnológica de México UNITEC">
            <a:extLst>
              <a:ext uri="{FF2B5EF4-FFF2-40B4-BE49-F238E27FC236}">
                <a16:creationId xmlns:a16="http://schemas.microsoft.com/office/drawing/2014/main" id="{A341DA1F-99EA-44F7-A655-BBDCA17C6D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6"/>
          <a:stretch/>
        </p:blipFill>
        <p:spPr bwMode="auto">
          <a:xfrm>
            <a:off x="430283" y="2234020"/>
            <a:ext cx="908365" cy="100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9885728-58D5-4EFE-BBB6-1318F66A8687}"/>
              </a:ext>
            </a:extLst>
          </p:cNvPr>
          <p:cNvSpPr txBox="1"/>
          <p:nvPr/>
        </p:nvSpPr>
        <p:spPr>
          <a:xfrm>
            <a:off x="1192383" y="2399594"/>
            <a:ext cx="2931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bg1">
                    <a:lumMod val="95000"/>
                  </a:schemeClr>
                </a:solidFill>
              </a:rPr>
              <a:t>BEng in Industrial Engineering (2004-2008)</a:t>
            </a:r>
          </a:p>
        </p:txBody>
      </p:sp>
      <p:pic>
        <p:nvPicPr>
          <p:cNvPr id="3080" name="Picture 8" descr="Instituto Politécnico Nacional - Wikipedia, la enciclopedia libre">
            <a:extLst>
              <a:ext uri="{FF2B5EF4-FFF2-40B4-BE49-F238E27FC236}">
                <a16:creationId xmlns:a16="http://schemas.microsoft.com/office/drawing/2014/main" id="{90339EC4-B5C8-488A-B3A2-51592CE410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0" r="21707"/>
          <a:stretch/>
        </p:blipFill>
        <p:spPr bwMode="auto">
          <a:xfrm>
            <a:off x="489317" y="3245008"/>
            <a:ext cx="674238" cy="849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5E3D7612-66FA-44DA-932E-E02FB40FE7B0}"/>
              </a:ext>
            </a:extLst>
          </p:cNvPr>
          <p:cNvSpPr txBox="1"/>
          <p:nvPr/>
        </p:nvSpPr>
        <p:spPr>
          <a:xfrm>
            <a:off x="1192382" y="3346438"/>
            <a:ext cx="2931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bg1">
                    <a:lumMod val="95000"/>
                  </a:schemeClr>
                </a:solidFill>
              </a:rPr>
              <a:t>MSc in Mechanical Engineering (2009-2011)</a:t>
            </a:r>
          </a:p>
        </p:txBody>
      </p:sp>
      <p:pic>
        <p:nvPicPr>
          <p:cNvPr id="3082" name="Picture 10" descr="Pegatinas: Bridgestone logo | Calcomanías para coches, Pegatinas para  autos, Pegatinas para coches">
            <a:extLst>
              <a:ext uri="{FF2B5EF4-FFF2-40B4-BE49-F238E27FC236}">
                <a16:creationId xmlns:a16="http://schemas.microsoft.com/office/drawing/2014/main" id="{CDBCAA87-8597-4E7D-B9FB-42228648E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8432" y="2366533"/>
            <a:ext cx="904322" cy="904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Procter &amp;amp; Gamble (&amp;amp; Satán) | Roberto Patxot">
            <a:extLst>
              <a:ext uri="{FF2B5EF4-FFF2-40B4-BE49-F238E27FC236}">
                <a16:creationId xmlns:a16="http://schemas.microsoft.com/office/drawing/2014/main" id="{57BFE7AB-7397-4CC1-9C5E-0E9BF2719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289" y="2552781"/>
            <a:ext cx="1156079" cy="735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Universidad Tecnológica de México UNITEC">
            <a:extLst>
              <a:ext uri="{FF2B5EF4-FFF2-40B4-BE49-F238E27FC236}">
                <a16:creationId xmlns:a16="http://schemas.microsoft.com/office/drawing/2014/main" id="{75480016-24E5-4D39-A916-F2318835F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715" y="3606482"/>
            <a:ext cx="1087580" cy="108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LA UNIVERSIDAD PANAMERICANA PRESENTA LA NUEVA IDENTIDAD INSTITUCIONAL QUE  MARCARÁ EL FUTURO EDUCATIVO | Universidad Panamericana">
            <a:extLst>
              <a:ext uri="{FF2B5EF4-FFF2-40B4-BE49-F238E27FC236}">
                <a16:creationId xmlns:a16="http://schemas.microsoft.com/office/drawing/2014/main" id="{2FA0A513-B6C8-4970-BA86-A60982728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4007" y="3348494"/>
            <a:ext cx="2040875" cy="1491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Flag of the United Kingdom England Map, England, flag, world, united  Kingdom png | PNGWing">
            <a:extLst>
              <a:ext uri="{FF2B5EF4-FFF2-40B4-BE49-F238E27FC236}">
                <a16:creationId xmlns:a16="http://schemas.microsoft.com/office/drawing/2014/main" id="{8926240D-F87E-48C7-AF1C-52867DED8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620" y="0"/>
            <a:ext cx="1459932" cy="1704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Veterinary Postgraduate Unit - University of Liverpool | IVIS">
            <a:extLst>
              <a:ext uri="{FF2B5EF4-FFF2-40B4-BE49-F238E27FC236}">
                <a16:creationId xmlns:a16="http://schemas.microsoft.com/office/drawing/2014/main" id="{40F686F5-FE9D-405C-B75A-1482D4D2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56" y="4234359"/>
            <a:ext cx="987961" cy="651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C79555A6-EB7F-4FAD-A3FA-EA30D95BE267}"/>
              </a:ext>
            </a:extLst>
          </p:cNvPr>
          <p:cNvSpPr txBox="1"/>
          <p:nvPr/>
        </p:nvSpPr>
        <p:spPr>
          <a:xfrm>
            <a:off x="1192382" y="4239184"/>
            <a:ext cx="2931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bg1">
                    <a:lumMod val="95000"/>
                  </a:schemeClr>
                </a:solidFill>
              </a:rPr>
              <a:t>PhD in Mechanical Engineering (2013-2017)</a:t>
            </a:r>
          </a:p>
        </p:txBody>
      </p:sp>
      <p:pic>
        <p:nvPicPr>
          <p:cNvPr id="3094" name="Picture 22">
            <a:extLst>
              <a:ext uri="{FF2B5EF4-FFF2-40B4-BE49-F238E27FC236}">
                <a16:creationId xmlns:a16="http://schemas.microsoft.com/office/drawing/2014/main" id="{6AD865D9-DEE0-4BE9-BE37-BFAE31FC9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7303" y="2125753"/>
            <a:ext cx="860764" cy="1315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0" descr="Veterinary Postgraduate Unit - University of Liverpool | IVIS">
            <a:extLst>
              <a:ext uri="{FF2B5EF4-FFF2-40B4-BE49-F238E27FC236}">
                <a16:creationId xmlns:a16="http://schemas.microsoft.com/office/drawing/2014/main" id="{F9B88EF6-4845-4099-9D63-A05C55FD8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0589" y="3555786"/>
            <a:ext cx="1803957" cy="1188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6" name="Picture 24" descr="Versarien Distributor | Mouser México">
            <a:extLst>
              <a:ext uri="{FF2B5EF4-FFF2-40B4-BE49-F238E27FC236}">
                <a16:creationId xmlns:a16="http://schemas.microsoft.com/office/drawing/2014/main" id="{54489E4D-26F6-4618-A1D7-05559E815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527" y="2412904"/>
            <a:ext cx="1803515" cy="811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26">
            <a:extLst>
              <a:ext uri="{FF2B5EF4-FFF2-40B4-BE49-F238E27FC236}">
                <a16:creationId xmlns:a16="http://schemas.microsoft.com/office/drawing/2014/main" id="{7B0BF35F-D432-4AEA-8B84-3FEC15944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7814" y="156095"/>
            <a:ext cx="2183520" cy="137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4" descr="LA UNIVERSIDAD PANAMERICANA PRESENTA LA NUEVA IDENTIDAD INSTITUCIONAL QUE  MARCARÁ EL FUTURO EDUCATIVO | Universidad Panamericana">
            <a:extLst>
              <a:ext uri="{FF2B5EF4-FFF2-40B4-BE49-F238E27FC236}">
                <a16:creationId xmlns:a16="http://schemas.microsoft.com/office/drawing/2014/main" id="{E98A28D0-9B60-4C29-8FB6-1211888A2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17" y="4981690"/>
            <a:ext cx="1201440" cy="87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09D70DDD-9F6C-4F39-AD49-24064B14067C}"/>
              </a:ext>
            </a:extLst>
          </p:cNvPr>
          <p:cNvSpPr txBox="1"/>
          <p:nvPr/>
        </p:nvSpPr>
        <p:spPr>
          <a:xfrm>
            <a:off x="1192382" y="5127105"/>
            <a:ext cx="2931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bg1">
                    <a:lumMod val="95000"/>
                  </a:schemeClr>
                </a:solidFill>
              </a:rPr>
              <a:t>Postdoctoral position in Data Science (2018-2019)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242E73C-78E1-4CA5-9C29-385E5999DFA0}"/>
              </a:ext>
            </a:extLst>
          </p:cNvPr>
          <p:cNvSpPr txBox="1"/>
          <p:nvPr/>
        </p:nvSpPr>
        <p:spPr>
          <a:xfrm>
            <a:off x="4090292" y="5007338"/>
            <a:ext cx="63719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Member of the National System of Researchers (C – SNI)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Member of the Mexican Society of Artificial Intelligence (SMIA)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Member of the IEEE since 2019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Member of ACM since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Member of ASME since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14 published articles/conference papers</a:t>
            </a:r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C53F50F7-45A7-0F7D-F28E-91AB2702BC4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0078" t="19824" r="11325"/>
          <a:stretch/>
        </p:blipFill>
        <p:spPr>
          <a:xfrm>
            <a:off x="9747688" y="3547511"/>
            <a:ext cx="2433970" cy="331048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646896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CAB40-4768-2FCB-CC9B-F03EDEF40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 Little Bit About Me - Rio Seco School">
            <a:extLst>
              <a:ext uri="{FF2B5EF4-FFF2-40B4-BE49-F238E27FC236}">
                <a16:creationId xmlns:a16="http://schemas.microsoft.com/office/drawing/2014/main" id="{CD112793-EF49-3D58-5EDB-7D464C9BA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4520087" cy="1704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nformación general sobre México">
            <a:extLst>
              <a:ext uri="{FF2B5EF4-FFF2-40B4-BE49-F238E27FC236}">
                <a16:creationId xmlns:a16="http://schemas.microsoft.com/office/drawing/2014/main" id="{3B69BF7E-CE76-4955-BAA3-D7CBE9F19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523" y="177762"/>
            <a:ext cx="2183836" cy="134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Universidad Tecnológica de México UNITEC">
            <a:extLst>
              <a:ext uri="{FF2B5EF4-FFF2-40B4-BE49-F238E27FC236}">
                <a16:creationId xmlns:a16="http://schemas.microsoft.com/office/drawing/2014/main" id="{696191E2-B03D-B43E-D84B-2ED17BF40B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6"/>
          <a:stretch/>
        </p:blipFill>
        <p:spPr bwMode="auto">
          <a:xfrm>
            <a:off x="430283" y="2234020"/>
            <a:ext cx="908365" cy="100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3020754-97CA-3F02-9B37-9A49EE54527B}"/>
              </a:ext>
            </a:extLst>
          </p:cNvPr>
          <p:cNvSpPr txBox="1"/>
          <p:nvPr/>
        </p:nvSpPr>
        <p:spPr>
          <a:xfrm>
            <a:off x="1192383" y="2399594"/>
            <a:ext cx="2931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bg1">
                    <a:lumMod val="95000"/>
                  </a:schemeClr>
                </a:solidFill>
              </a:rPr>
              <a:t>BEng in Industrial Engineering (2004-2008)</a:t>
            </a:r>
          </a:p>
        </p:txBody>
      </p:sp>
      <p:pic>
        <p:nvPicPr>
          <p:cNvPr id="3080" name="Picture 8" descr="Instituto Politécnico Nacional - Wikipedia, la enciclopedia libre">
            <a:extLst>
              <a:ext uri="{FF2B5EF4-FFF2-40B4-BE49-F238E27FC236}">
                <a16:creationId xmlns:a16="http://schemas.microsoft.com/office/drawing/2014/main" id="{7FA71A47-BA3F-7AD7-88EE-9F1148DC1B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0" r="21707"/>
          <a:stretch/>
        </p:blipFill>
        <p:spPr bwMode="auto">
          <a:xfrm>
            <a:off x="489317" y="3245008"/>
            <a:ext cx="674238" cy="849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240BC536-7FDF-5572-DE33-DC56BA608B9F}"/>
              </a:ext>
            </a:extLst>
          </p:cNvPr>
          <p:cNvSpPr txBox="1"/>
          <p:nvPr/>
        </p:nvSpPr>
        <p:spPr>
          <a:xfrm>
            <a:off x="1192382" y="3346438"/>
            <a:ext cx="2931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bg1">
                    <a:lumMod val="95000"/>
                  </a:schemeClr>
                </a:solidFill>
              </a:rPr>
              <a:t>MSc in Mechanical Engineering (2009-2011)</a:t>
            </a:r>
          </a:p>
        </p:txBody>
      </p:sp>
      <p:pic>
        <p:nvPicPr>
          <p:cNvPr id="3082" name="Picture 10" descr="Pegatinas: Bridgestone logo | Calcomanías para coches, Pegatinas para  autos, Pegatinas para coches">
            <a:extLst>
              <a:ext uri="{FF2B5EF4-FFF2-40B4-BE49-F238E27FC236}">
                <a16:creationId xmlns:a16="http://schemas.microsoft.com/office/drawing/2014/main" id="{2238A5B5-1F48-343F-A51F-F3AEFD5B7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8432" y="2366533"/>
            <a:ext cx="904322" cy="904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Procter &amp;amp; Gamble (&amp;amp; Satán) | Roberto Patxot">
            <a:extLst>
              <a:ext uri="{FF2B5EF4-FFF2-40B4-BE49-F238E27FC236}">
                <a16:creationId xmlns:a16="http://schemas.microsoft.com/office/drawing/2014/main" id="{C03A45B6-BD89-48DB-B265-E8336CDC5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289" y="2552781"/>
            <a:ext cx="1156079" cy="735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Universidad Tecnológica de México UNITEC">
            <a:extLst>
              <a:ext uri="{FF2B5EF4-FFF2-40B4-BE49-F238E27FC236}">
                <a16:creationId xmlns:a16="http://schemas.microsoft.com/office/drawing/2014/main" id="{C9714DA5-C3C1-38BA-1DFC-9BF660B73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715" y="3606482"/>
            <a:ext cx="1087580" cy="108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LA UNIVERSIDAD PANAMERICANA PRESENTA LA NUEVA IDENTIDAD INSTITUCIONAL QUE  MARCARÁ EL FUTURO EDUCATIVO | Universidad Panamericana">
            <a:extLst>
              <a:ext uri="{FF2B5EF4-FFF2-40B4-BE49-F238E27FC236}">
                <a16:creationId xmlns:a16="http://schemas.microsoft.com/office/drawing/2014/main" id="{ACAB498B-B957-2500-A8F2-FE326964B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4007" y="3348494"/>
            <a:ext cx="2040875" cy="1491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Flag of the United Kingdom England Map, England, flag, world, united  Kingdom png | PNGWing">
            <a:extLst>
              <a:ext uri="{FF2B5EF4-FFF2-40B4-BE49-F238E27FC236}">
                <a16:creationId xmlns:a16="http://schemas.microsoft.com/office/drawing/2014/main" id="{D3AA982D-666B-8666-FCCE-D9FB991F7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620" y="0"/>
            <a:ext cx="1459932" cy="1704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Veterinary Postgraduate Unit - University of Liverpool | IVIS">
            <a:extLst>
              <a:ext uri="{FF2B5EF4-FFF2-40B4-BE49-F238E27FC236}">
                <a16:creationId xmlns:a16="http://schemas.microsoft.com/office/drawing/2014/main" id="{955CA206-5CCC-E28A-1DC8-B15B6317A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56" y="4234359"/>
            <a:ext cx="987961" cy="651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71E94375-945B-8B59-26AE-597DDA0BF44F}"/>
              </a:ext>
            </a:extLst>
          </p:cNvPr>
          <p:cNvSpPr txBox="1"/>
          <p:nvPr/>
        </p:nvSpPr>
        <p:spPr>
          <a:xfrm>
            <a:off x="1192382" y="4239184"/>
            <a:ext cx="2931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bg1">
                    <a:lumMod val="95000"/>
                  </a:schemeClr>
                </a:solidFill>
              </a:rPr>
              <a:t>PhD in Mechanical Engineering (2013-2017)</a:t>
            </a:r>
          </a:p>
        </p:txBody>
      </p:sp>
      <p:pic>
        <p:nvPicPr>
          <p:cNvPr id="3094" name="Picture 22">
            <a:extLst>
              <a:ext uri="{FF2B5EF4-FFF2-40B4-BE49-F238E27FC236}">
                <a16:creationId xmlns:a16="http://schemas.microsoft.com/office/drawing/2014/main" id="{F20262DA-1927-FE81-5D2E-8907E22C1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7303" y="2125753"/>
            <a:ext cx="860764" cy="1315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0" descr="Veterinary Postgraduate Unit - University of Liverpool | IVIS">
            <a:extLst>
              <a:ext uri="{FF2B5EF4-FFF2-40B4-BE49-F238E27FC236}">
                <a16:creationId xmlns:a16="http://schemas.microsoft.com/office/drawing/2014/main" id="{9156D64D-B74B-5E87-B08D-0D57BA781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0589" y="3555786"/>
            <a:ext cx="1803957" cy="1188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6" name="Picture 24" descr="Versarien Distributor | Mouser México">
            <a:extLst>
              <a:ext uri="{FF2B5EF4-FFF2-40B4-BE49-F238E27FC236}">
                <a16:creationId xmlns:a16="http://schemas.microsoft.com/office/drawing/2014/main" id="{CB5A3B91-EF12-B81E-D5B9-AB08B6AE9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527" y="2412904"/>
            <a:ext cx="1803515" cy="811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26">
            <a:extLst>
              <a:ext uri="{FF2B5EF4-FFF2-40B4-BE49-F238E27FC236}">
                <a16:creationId xmlns:a16="http://schemas.microsoft.com/office/drawing/2014/main" id="{071FF221-6ED6-119A-4135-F996799F9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7814" y="156095"/>
            <a:ext cx="2183520" cy="137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4" descr="LA UNIVERSIDAD PANAMERICANA PRESENTA LA NUEVA IDENTIDAD INSTITUCIONAL QUE  MARCARÁ EL FUTURO EDUCATIVO | Universidad Panamericana">
            <a:extLst>
              <a:ext uri="{FF2B5EF4-FFF2-40B4-BE49-F238E27FC236}">
                <a16:creationId xmlns:a16="http://schemas.microsoft.com/office/drawing/2014/main" id="{F783DC5D-40C4-B4E0-5BBF-B9D928258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17" y="4981690"/>
            <a:ext cx="1201440" cy="87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872250CD-DA43-36A6-B8A5-7D6E65F3407D}"/>
              </a:ext>
            </a:extLst>
          </p:cNvPr>
          <p:cNvSpPr txBox="1"/>
          <p:nvPr/>
        </p:nvSpPr>
        <p:spPr>
          <a:xfrm>
            <a:off x="1192382" y="5127105"/>
            <a:ext cx="2931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bg1">
                    <a:lumMod val="95000"/>
                  </a:schemeClr>
                </a:solidFill>
              </a:rPr>
              <a:t>Postdoctoral position in Data Science (2018-2019)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2A29B34-D6B0-B247-BC80-CA680A9D715E}"/>
              </a:ext>
            </a:extLst>
          </p:cNvPr>
          <p:cNvSpPr txBox="1"/>
          <p:nvPr/>
        </p:nvSpPr>
        <p:spPr>
          <a:xfrm>
            <a:off x="4090292" y="5007338"/>
            <a:ext cx="63719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Member of the National System of Researchers (C – SNI)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Member of the Mexican Society of Artificial Intelligence (SMIA)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Member of the IEEE since 2019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Member of ACM since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Member of ASME since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14 published articles/conference papers</a:t>
            </a:r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D50C80C8-77A3-CB3B-D8DA-C35D0378F453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0078" t="19824" r="11325"/>
          <a:stretch/>
        </p:blipFill>
        <p:spPr>
          <a:xfrm>
            <a:off x="9747688" y="3547511"/>
            <a:ext cx="2433970" cy="3310489"/>
          </a:xfrm>
          <a:prstGeom prst="ellipse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C4B005A-821D-CE02-F478-F63221468B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4" t="17642" r="1763" b="17086"/>
          <a:stretch/>
        </p:blipFill>
        <p:spPr bwMode="auto">
          <a:xfrm>
            <a:off x="115333" y="1917218"/>
            <a:ext cx="4372629" cy="1115521"/>
          </a:xfrm>
          <a:prstGeom prst="flowChartTermina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10070EF-E92A-4AF4-BED4-0437E818C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67" y="3546619"/>
            <a:ext cx="1364142" cy="3031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74E1C6C-7D62-36C3-55FD-0DBF11623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348" y="-15077"/>
            <a:ext cx="4108572" cy="256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74D9CDF-3EA6-CA2E-BBC4-992B54333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494" y="5198791"/>
            <a:ext cx="3442589" cy="1264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45D248E1-B23A-AD4A-15A4-19F94F845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274" y="50878"/>
            <a:ext cx="2134348" cy="2766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481A043C-F2EE-5CFB-8F46-3CA787832E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18" r="15893"/>
          <a:stretch/>
        </p:blipFill>
        <p:spPr bwMode="auto">
          <a:xfrm>
            <a:off x="9930282" y="103315"/>
            <a:ext cx="2134348" cy="229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8AED875A-3C7F-F510-9D48-5E6E8E22F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251" y="4502904"/>
            <a:ext cx="1488948" cy="2210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7FCC6C98-4EB7-B86C-6986-0B2EE95DC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2098" y="4463820"/>
            <a:ext cx="1488948" cy="2238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F3448297-BBC7-36C8-0569-45C062EB1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596" y="3211499"/>
            <a:ext cx="1374669" cy="191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D1F99AEF-ABCC-8CE1-B3F5-FF682837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968" y="3198153"/>
            <a:ext cx="1323642" cy="1989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542B1C82-B114-B3E8-BDE8-D28A64A8E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709" y="2936158"/>
            <a:ext cx="2683245" cy="150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288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58075-AFB5-853A-C6C8-5CD69C265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 Little Bit About Me - Rio Seco School">
            <a:extLst>
              <a:ext uri="{FF2B5EF4-FFF2-40B4-BE49-F238E27FC236}">
                <a16:creationId xmlns:a16="http://schemas.microsoft.com/office/drawing/2014/main" id="{5053D2CC-D448-93AF-8055-82EAA3693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4520087" cy="1704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nformación general sobre México">
            <a:extLst>
              <a:ext uri="{FF2B5EF4-FFF2-40B4-BE49-F238E27FC236}">
                <a16:creationId xmlns:a16="http://schemas.microsoft.com/office/drawing/2014/main" id="{D54AF18F-DFA5-F592-50E9-2E58EBBCB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526" y="177762"/>
            <a:ext cx="2183836" cy="134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Universidad Tecnológica de México UNITEC">
            <a:extLst>
              <a:ext uri="{FF2B5EF4-FFF2-40B4-BE49-F238E27FC236}">
                <a16:creationId xmlns:a16="http://schemas.microsoft.com/office/drawing/2014/main" id="{5464D5D5-ED1D-0A8E-E375-9E370C2ED1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6"/>
          <a:stretch/>
        </p:blipFill>
        <p:spPr bwMode="auto">
          <a:xfrm>
            <a:off x="430283" y="2234020"/>
            <a:ext cx="908365" cy="100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48F8FD3-439B-0E51-09E9-0EA6A3F6E5BE}"/>
              </a:ext>
            </a:extLst>
          </p:cNvPr>
          <p:cNvSpPr txBox="1"/>
          <p:nvPr/>
        </p:nvSpPr>
        <p:spPr>
          <a:xfrm>
            <a:off x="1192383" y="2399594"/>
            <a:ext cx="2931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/>
              <a:t>BEng in Industrial Engineering (2004-2008)</a:t>
            </a:r>
          </a:p>
        </p:txBody>
      </p:sp>
      <p:pic>
        <p:nvPicPr>
          <p:cNvPr id="3080" name="Picture 8" descr="Instituto Politécnico Nacional - Wikipedia, la enciclopedia libre">
            <a:extLst>
              <a:ext uri="{FF2B5EF4-FFF2-40B4-BE49-F238E27FC236}">
                <a16:creationId xmlns:a16="http://schemas.microsoft.com/office/drawing/2014/main" id="{88107549-604B-E63F-9FB0-E2CA58490A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0" r="21707"/>
          <a:stretch/>
        </p:blipFill>
        <p:spPr bwMode="auto">
          <a:xfrm>
            <a:off x="489317" y="3245008"/>
            <a:ext cx="674238" cy="849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5BC889CC-0294-2FAA-EBD7-90F652FF42E5}"/>
              </a:ext>
            </a:extLst>
          </p:cNvPr>
          <p:cNvSpPr txBox="1"/>
          <p:nvPr/>
        </p:nvSpPr>
        <p:spPr>
          <a:xfrm>
            <a:off x="1192382" y="3346438"/>
            <a:ext cx="2931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/>
              <a:t>MSc in Mechanical Engineering (2009-2011)</a:t>
            </a:r>
          </a:p>
        </p:txBody>
      </p:sp>
      <p:pic>
        <p:nvPicPr>
          <p:cNvPr id="3082" name="Picture 10" descr="Pegatinas: Bridgestone logo | Calcomanías para coches, Pegatinas para  autos, Pegatinas para coches">
            <a:extLst>
              <a:ext uri="{FF2B5EF4-FFF2-40B4-BE49-F238E27FC236}">
                <a16:creationId xmlns:a16="http://schemas.microsoft.com/office/drawing/2014/main" id="{074EB94F-B4B3-C03E-AD7E-3E8B71F6D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8435" y="2366533"/>
            <a:ext cx="904322" cy="904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Procter &amp;amp; Gamble (&amp;amp; Satán) | Roberto Patxot">
            <a:extLst>
              <a:ext uri="{FF2B5EF4-FFF2-40B4-BE49-F238E27FC236}">
                <a16:creationId xmlns:a16="http://schemas.microsoft.com/office/drawing/2014/main" id="{779CBC49-4EB9-910D-48D8-06BD5B713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292" y="2552781"/>
            <a:ext cx="1156079" cy="735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Universidad Tecnológica de México UNITEC">
            <a:extLst>
              <a:ext uri="{FF2B5EF4-FFF2-40B4-BE49-F238E27FC236}">
                <a16:creationId xmlns:a16="http://schemas.microsoft.com/office/drawing/2014/main" id="{81D1EE7A-EFAB-2AB7-CEFB-2FACAA30C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718" y="3606482"/>
            <a:ext cx="1087580" cy="108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LA UNIVERSIDAD PANAMERICANA PRESENTA LA NUEVA IDENTIDAD INSTITUCIONAL QUE  MARCARÁ EL FUTURO EDUCATIVO | Universidad Panamericana">
            <a:extLst>
              <a:ext uri="{FF2B5EF4-FFF2-40B4-BE49-F238E27FC236}">
                <a16:creationId xmlns:a16="http://schemas.microsoft.com/office/drawing/2014/main" id="{1EDF9E0A-C406-8D52-DE5C-52C816452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4010" y="3348494"/>
            <a:ext cx="2040875" cy="1491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Flag of the United Kingdom England Map, England, flag, world, united  Kingdom png | PNGWing">
            <a:extLst>
              <a:ext uri="{FF2B5EF4-FFF2-40B4-BE49-F238E27FC236}">
                <a16:creationId xmlns:a16="http://schemas.microsoft.com/office/drawing/2014/main" id="{722B202A-1723-0859-4A3F-835FB9F7F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623" y="0"/>
            <a:ext cx="1459932" cy="1704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Veterinary Postgraduate Unit - University of Liverpool | IVIS">
            <a:extLst>
              <a:ext uri="{FF2B5EF4-FFF2-40B4-BE49-F238E27FC236}">
                <a16:creationId xmlns:a16="http://schemas.microsoft.com/office/drawing/2014/main" id="{51BB85BA-4452-41F7-F6F3-962A764A1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56" y="4234359"/>
            <a:ext cx="987961" cy="651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72028E15-000D-5C0F-4D49-12B62602E6FE}"/>
              </a:ext>
            </a:extLst>
          </p:cNvPr>
          <p:cNvSpPr txBox="1"/>
          <p:nvPr/>
        </p:nvSpPr>
        <p:spPr>
          <a:xfrm>
            <a:off x="1192382" y="4239184"/>
            <a:ext cx="2931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bg1">
                    <a:lumMod val="95000"/>
                  </a:schemeClr>
                </a:solidFill>
              </a:rPr>
              <a:t>PhD in Mechanical Engineering (2013-2017)</a:t>
            </a:r>
          </a:p>
        </p:txBody>
      </p:sp>
      <p:pic>
        <p:nvPicPr>
          <p:cNvPr id="3094" name="Picture 22">
            <a:extLst>
              <a:ext uri="{FF2B5EF4-FFF2-40B4-BE49-F238E27FC236}">
                <a16:creationId xmlns:a16="http://schemas.microsoft.com/office/drawing/2014/main" id="{D79E7378-3AFD-BB53-0D71-A6D3FA1AF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7306" y="2125753"/>
            <a:ext cx="860764" cy="1315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0" descr="Veterinary Postgraduate Unit - University of Liverpool | IVIS">
            <a:extLst>
              <a:ext uri="{FF2B5EF4-FFF2-40B4-BE49-F238E27FC236}">
                <a16:creationId xmlns:a16="http://schemas.microsoft.com/office/drawing/2014/main" id="{5DCB8435-B4E6-5030-54AB-CDD5291CF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0592" y="3555786"/>
            <a:ext cx="1803957" cy="1188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6" name="Picture 24" descr="Versarien Distributor | Mouser México">
            <a:extLst>
              <a:ext uri="{FF2B5EF4-FFF2-40B4-BE49-F238E27FC236}">
                <a16:creationId xmlns:a16="http://schemas.microsoft.com/office/drawing/2014/main" id="{D8B5CE52-6AD4-15C0-AE02-A6BE31057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530" y="2412904"/>
            <a:ext cx="1803515" cy="811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26">
            <a:extLst>
              <a:ext uri="{FF2B5EF4-FFF2-40B4-BE49-F238E27FC236}">
                <a16:creationId xmlns:a16="http://schemas.microsoft.com/office/drawing/2014/main" id="{B791E358-E504-6B1A-7628-02EDFB516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7817" y="156095"/>
            <a:ext cx="2183520" cy="137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4" descr="LA UNIVERSIDAD PANAMERICANA PRESENTA LA NUEVA IDENTIDAD INSTITUCIONAL QUE  MARCARÁ EL FUTURO EDUCATIVO | Universidad Panamericana">
            <a:extLst>
              <a:ext uri="{FF2B5EF4-FFF2-40B4-BE49-F238E27FC236}">
                <a16:creationId xmlns:a16="http://schemas.microsoft.com/office/drawing/2014/main" id="{DA7516C6-5015-6EBF-8362-B0C048E6D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17" y="4981690"/>
            <a:ext cx="1201440" cy="87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660BCC99-2BEF-6B45-691B-0C306E9DDFA5}"/>
              </a:ext>
            </a:extLst>
          </p:cNvPr>
          <p:cNvSpPr txBox="1"/>
          <p:nvPr/>
        </p:nvSpPr>
        <p:spPr>
          <a:xfrm>
            <a:off x="1192382" y="5127105"/>
            <a:ext cx="2931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bg1">
                    <a:lumMod val="95000"/>
                  </a:schemeClr>
                </a:solidFill>
              </a:rPr>
              <a:t>Postdoctoral position in Data Science (2018-2019)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04D04C4-0683-1921-CDBA-A66CFF303657}"/>
              </a:ext>
            </a:extLst>
          </p:cNvPr>
          <p:cNvSpPr txBox="1"/>
          <p:nvPr/>
        </p:nvSpPr>
        <p:spPr>
          <a:xfrm>
            <a:off x="4090295" y="5007338"/>
            <a:ext cx="637193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Member of the National System of Researchers (C – SNI)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Member of the Mexican Society of Artificial Intelligence (SMIA)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Member of the IEEE since 2019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Member of ACM since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Member of ASME since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14 published articles/conference papers</a:t>
            </a:r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326BDDED-01CF-9193-CAA2-F158A6980426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0078" t="19824" r="11325"/>
          <a:stretch/>
        </p:blipFill>
        <p:spPr>
          <a:xfrm>
            <a:off x="9747688" y="3547511"/>
            <a:ext cx="2433970" cy="331048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000108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CFE26-CBB2-D718-C6BD-DB6EFB1D9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 Little Bit About Me - Rio Seco School">
            <a:extLst>
              <a:ext uri="{FF2B5EF4-FFF2-40B4-BE49-F238E27FC236}">
                <a16:creationId xmlns:a16="http://schemas.microsoft.com/office/drawing/2014/main" id="{E8CB4DCC-7175-501C-BE73-B2168F600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4520087" cy="1704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nformación general sobre México">
            <a:extLst>
              <a:ext uri="{FF2B5EF4-FFF2-40B4-BE49-F238E27FC236}">
                <a16:creationId xmlns:a16="http://schemas.microsoft.com/office/drawing/2014/main" id="{8B7B8654-FCEF-2F23-C1B6-4AD8DEDFC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523" y="177762"/>
            <a:ext cx="2183836" cy="134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Universidad Tecnológica de México UNITEC">
            <a:extLst>
              <a:ext uri="{FF2B5EF4-FFF2-40B4-BE49-F238E27FC236}">
                <a16:creationId xmlns:a16="http://schemas.microsoft.com/office/drawing/2014/main" id="{F4F94806-79DA-5F24-6884-45D9750954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6"/>
          <a:stretch/>
        </p:blipFill>
        <p:spPr bwMode="auto">
          <a:xfrm>
            <a:off x="430283" y="2234020"/>
            <a:ext cx="908365" cy="100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D4F0B30-C8A2-00C1-555C-7E5B84FE9574}"/>
              </a:ext>
            </a:extLst>
          </p:cNvPr>
          <p:cNvSpPr txBox="1"/>
          <p:nvPr/>
        </p:nvSpPr>
        <p:spPr>
          <a:xfrm>
            <a:off x="1192383" y="2399594"/>
            <a:ext cx="2931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bg1">
                    <a:lumMod val="95000"/>
                  </a:schemeClr>
                </a:solidFill>
              </a:rPr>
              <a:t>BEng in Industrial Engineering (2004-2008)</a:t>
            </a:r>
          </a:p>
        </p:txBody>
      </p:sp>
      <p:pic>
        <p:nvPicPr>
          <p:cNvPr id="3080" name="Picture 8" descr="Instituto Politécnico Nacional - Wikipedia, la enciclopedia libre">
            <a:extLst>
              <a:ext uri="{FF2B5EF4-FFF2-40B4-BE49-F238E27FC236}">
                <a16:creationId xmlns:a16="http://schemas.microsoft.com/office/drawing/2014/main" id="{04E48A89-140F-15D9-482F-238035EC3D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0" r="21707"/>
          <a:stretch/>
        </p:blipFill>
        <p:spPr bwMode="auto">
          <a:xfrm>
            <a:off x="489317" y="3245008"/>
            <a:ext cx="674238" cy="849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B5652E26-2C5F-CCA0-FDFD-99A6D135ED14}"/>
              </a:ext>
            </a:extLst>
          </p:cNvPr>
          <p:cNvSpPr txBox="1"/>
          <p:nvPr/>
        </p:nvSpPr>
        <p:spPr>
          <a:xfrm>
            <a:off x="1192382" y="3346438"/>
            <a:ext cx="2931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bg1">
                    <a:lumMod val="95000"/>
                  </a:schemeClr>
                </a:solidFill>
              </a:rPr>
              <a:t>MSc in Mechanical Engineering (2009-2011)</a:t>
            </a:r>
          </a:p>
        </p:txBody>
      </p:sp>
      <p:pic>
        <p:nvPicPr>
          <p:cNvPr id="3082" name="Picture 10" descr="Pegatinas: Bridgestone logo | Calcomanías para coches, Pegatinas para  autos, Pegatinas para coches">
            <a:extLst>
              <a:ext uri="{FF2B5EF4-FFF2-40B4-BE49-F238E27FC236}">
                <a16:creationId xmlns:a16="http://schemas.microsoft.com/office/drawing/2014/main" id="{6AC16858-CBF9-6957-895C-5375128A4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8432" y="2366533"/>
            <a:ext cx="904322" cy="904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Procter &amp;amp; Gamble (&amp;amp; Satán) | Roberto Patxot">
            <a:extLst>
              <a:ext uri="{FF2B5EF4-FFF2-40B4-BE49-F238E27FC236}">
                <a16:creationId xmlns:a16="http://schemas.microsoft.com/office/drawing/2014/main" id="{806099EB-C2A6-CC55-E221-7363D1DD1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289" y="2552781"/>
            <a:ext cx="1156079" cy="735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Universidad Tecnológica de México UNITEC">
            <a:extLst>
              <a:ext uri="{FF2B5EF4-FFF2-40B4-BE49-F238E27FC236}">
                <a16:creationId xmlns:a16="http://schemas.microsoft.com/office/drawing/2014/main" id="{5752F772-07FE-ADF0-7A75-4E0222537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715" y="3606482"/>
            <a:ext cx="1087580" cy="108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LA UNIVERSIDAD PANAMERICANA PRESENTA LA NUEVA IDENTIDAD INSTITUCIONAL QUE  MARCARÁ EL FUTURO EDUCATIVO | Universidad Panamericana">
            <a:extLst>
              <a:ext uri="{FF2B5EF4-FFF2-40B4-BE49-F238E27FC236}">
                <a16:creationId xmlns:a16="http://schemas.microsoft.com/office/drawing/2014/main" id="{675C28A3-507E-FC9D-D5FA-FB25A3E7A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4007" y="3348494"/>
            <a:ext cx="2040875" cy="1491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Flag of the United Kingdom England Map, England, flag, world, united  Kingdom png | PNGWing">
            <a:extLst>
              <a:ext uri="{FF2B5EF4-FFF2-40B4-BE49-F238E27FC236}">
                <a16:creationId xmlns:a16="http://schemas.microsoft.com/office/drawing/2014/main" id="{3AA26BDD-02FA-EA85-6E83-CAB119581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620" y="0"/>
            <a:ext cx="1459932" cy="1704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Veterinary Postgraduate Unit - University of Liverpool | IVIS">
            <a:extLst>
              <a:ext uri="{FF2B5EF4-FFF2-40B4-BE49-F238E27FC236}">
                <a16:creationId xmlns:a16="http://schemas.microsoft.com/office/drawing/2014/main" id="{394F1A96-5EA9-3754-89C2-BD73EB83A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56" y="4234359"/>
            <a:ext cx="987961" cy="651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4FB4F593-8926-27CE-C82F-5F8DEBED0413}"/>
              </a:ext>
            </a:extLst>
          </p:cNvPr>
          <p:cNvSpPr txBox="1"/>
          <p:nvPr/>
        </p:nvSpPr>
        <p:spPr>
          <a:xfrm>
            <a:off x="1192382" y="4239184"/>
            <a:ext cx="2931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/>
              <a:t>PhD in Mechanical Engineering (2013-2017)</a:t>
            </a:r>
          </a:p>
        </p:txBody>
      </p:sp>
      <p:pic>
        <p:nvPicPr>
          <p:cNvPr id="3094" name="Picture 22">
            <a:extLst>
              <a:ext uri="{FF2B5EF4-FFF2-40B4-BE49-F238E27FC236}">
                <a16:creationId xmlns:a16="http://schemas.microsoft.com/office/drawing/2014/main" id="{262E3645-F920-2442-290C-F13E3AC3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7303" y="2125753"/>
            <a:ext cx="860764" cy="1315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0" descr="Veterinary Postgraduate Unit - University of Liverpool | IVIS">
            <a:extLst>
              <a:ext uri="{FF2B5EF4-FFF2-40B4-BE49-F238E27FC236}">
                <a16:creationId xmlns:a16="http://schemas.microsoft.com/office/drawing/2014/main" id="{16130859-9020-FFEC-660B-C2FF6A470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0589" y="3555786"/>
            <a:ext cx="1803957" cy="1188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6" name="Picture 24" descr="Versarien Distributor | Mouser México">
            <a:extLst>
              <a:ext uri="{FF2B5EF4-FFF2-40B4-BE49-F238E27FC236}">
                <a16:creationId xmlns:a16="http://schemas.microsoft.com/office/drawing/2014/main" id="{BCB7DAA5-29A1-7793-15FB-F034264F2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527" y="2412904"/>
            <a:ext cx="1803515" cy="811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26">
            <a:extLst>
              <a:ext uri="{FF2B5EF4-FFF2-40B4-BE49-F238E27FC236}">
                <a16:creationId xmlns:a16="http://schemas.microsoft.com/office/drawing/2014/main" id="{84E3AA1A-E000-23EC-7BB8-FC5F1046E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7814" y="156095"/>
            <a:ext cx="2183520" cy="137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4" descr="LA UNIVERSIDAD PANAMERICANA PRESENTA LA NUEVA IDENTIDAD INSTITUCIONAL QUE  MARCARÁ EL FUTURO EDUCATIVO | Universidad Panamericana">
            <a:extLst>
              <a:ext uri="{FF2B5EF4-FFF2-40B4-BE49-F238E27FC236}">
                <a16:creationId xmlns:a16="http://schemas.microsoft.com/office/drawing/2014/main" id="{2EB5EF05-1323-49B8-8D85-29386CFF7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17" y="4981690"/>
            <a:ext cx="1201440" cy="87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BB17281E-48D5-72E4-6E3B-FE7FF24CD5CC}"/>
              </a:ext>
            </a:extLst>
          </p:cNvPr>
          <p:cNvSpPr txBox="1"/>
          <p:nvPr/>
        </p:nvSpPr>
        <p:spPr>
          <a:xfrm>
            <a:off x="1192382" y="5127105"/>
            <a:ext cx="2931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bg1">
                    <a:lumMod val="95000"/>
                  </a:schemeClr>
                </a:solidFill>
              </a:rPr>
              <a:t>Postdoctoral position in Data Science (2018-2019)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4CDE829-E475-BF2F-A1A8-2D9AEB0BE9F9}"/>
              </a:ext>
            </a:extLst>
          </p:cNvPr>
          <p:cNvSpPr txBox="1"/>
          <p:nvPr/>
        </p:nvSpPr>
        <p:spPr>
          <a:xfrm>
            <a:off x="4090292" y="5007338"/>
            <a:ext cx="637193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Member of the National System of Researchers (C – SNI)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Member of the Mexican Society of Artificial Intelligence (SMIA)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Member of the IEEE since 2019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Member of ACM since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Member of ASME since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14 published articles/conference papers</a:t>
            </a:r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CFE656C1-A55B-27BA-468E-445AE1B3D06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0078" t="19824" r="11325"/>
          <a:stretch/>
        </p:blipFill>
        <p:spPr>
          <a:xfrm>
            <a:off x="9747688" y="3547511"/>
            <a:ext cx="2433970" cy="331048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644429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A2E67-955A-28CC-531B-C9658534B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 Little Bit About Me - Rio Seco School">
            <a:extLst>
              <a:ext uri="{FF2B5EF4-FFF2-40B4-BE49-F238E27FC236}">
                <a16:creationId xmlns:a16="http://schemas.microsoft.com/office/drawing/2014/main" id="{45EFD490-C403-C97A-1497-C417BE10E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4520087" cy="1704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nformación general sobre México">
            <a:extLst>
              <a:ext uri="{FF2B5EF4-FFF2-40B4-BE49-F238E27FC236}">
                <a16:creationId xmlns:a16="http://schemas.microsoft.com/office/drawing/2014/main" id="{BF27FC8F-6550-262E-41EF-A82522CBD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523" y="177762"/>
            <a:ext cx="2183836" cy="134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Universidad Tecnológica de México UNITEC">
            <a:extLst>
              <a:ext uri="{FF2B5EF4-FFF2-40B4-BE49-F238E27FC236}">
                <a16:creationId xmlns:a16="http://schemas.microsoft.com/office/drawing/2014/main" id="{13F4FBA8-05A4-B0FE-AC1D-C49D41204F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6"/>
          <a:stretch/>
        </p:blipFill>
        <p:spPr bwMode="auto">
          <a:xfrm>
            <a:off x="430283" y="2234020"/>
            <a:ext cx="908365" cy="100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F5EFCD6-20A5-59A7-EC47-202F02B7F2AD}"/>
              </a:ext>
            </a:extLst>
          </p:cNvPr>
          <p:cNvSpPr txBox="1"/>
          <p:nvPr/>
        </p:nvSpPr>
        <p:spPr>
          <a:xfrm>
            <a:off x="1192383" y="2399594"/>
            <a:ext cx="2931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bg1">
                    <a:lumMod val="95000"/>
                  </a:schemeClr>
                </a:solidFill>
              </a:rPr>
              <a:t>BEng in Industrial Engineering (2004-2008)</a:t>
            </a:r>
          </a:p>
        </p:txBody>
      </p:sp>
      <p:pic>
        <p:nvPicPr>
          <p:cNvPr id="3080" name="Picture 8" descr="Instituto Politécnico Nacional - Wikipedia, la enciclopedia libre">
            <a:extLst>
              <a:ext uri="{FF2B5EF4-FFF2-40B4-BE49-F238E27FC236}">
                <a16:creationId xmlns:a16="http://schemas.microsoft.com/office/drawing/2014/main" id="{4F174140-C150-46A5-07F3-FAF7C969A5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0" r="21707"/>
          <a:stretch/>
        </p:blipFill>
        <p:spPr bwMode="auto">
          <a:xfrm>
            <a:off x="489317" y="3245008"/>
            <a:ext cx="674238" cy="849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88003467-80DD-0A26-15F3-E5E0EDE0F05B}"/>
              </a:ext>
            </a:extLst>
          </p:cNvPr>
          <p:cNvSpPr txBox="1"/>
          <p:nvPr/>
        </p:nvSpPr>
        <p:spPr>
          <a:xfrm>
            <a:off x="1192382" y="3346438"/>
            <a:ext cx="2931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bg1">
                    <a:lumMod val="95000"/>
                  </a:schemeClr>
                </a:solidFill>
              </a:rPr>
              <a:t>MSc in Mechanical Engineering (2009-2011)</a:t>
            </a:r>
          </a:p>
        </p:txBody>
      </p:sp>
      <p:pic>
        <p:nvPicPr>
          <p:cNvPr id="3082" name="Picture 10" descr="Pegatinas: Bridgestone logo | Calcomanías para coches, Pegatinas para  autos, Pegatinas para coches">
            <a:extLst>
              <a:ext uri="{FF2B5EF4-FFF2-40B4-BE49-F238E27FC236}">
                <a16:creationId xmlns:a16="http://schemas.microsoft.com/office/drawing/2014/main" id="{2679AF1F-4667-B600-50B9-B20557990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8432" y="2366533"/>
            <a:ext cx="904322" cy="904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Procter &amp;amp; Gamble (&amp;amp; Satán) | Roberto Patxot">
            <a:extLst>
              <a:ext uri="{FF2B5EF4-FFF2-40B4-BE49-F238E27FC236}">
                <a16:creationId xmlns:a16="http://schemas.microsoft.com/office/drawing/2014/main" id="{4BCC2280-9EDD-BFB1-D59A-5B07198D1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289" y="2552781"/>
            <a:ext cx="1156079" cy="735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Universidad Tecnológica de México UNITEC">
            <a:extLst>
              <a:ext uri="{FF2B5EF4-FFF2-40B4-BE49-F238E27FC236}">
                <a16:creationId xmlns:a16="http://schemas.microsoft.com/office/drawing/2014/main" id="{BA4F9047-405E-C0CD-5E0C-2A4B54911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715" y="3606482"/>
            <a:ext cx="1087580" cy="108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LA UNIVERSIDAD PANAMERICANA PRESENTA LA NUEVA IDENTIDAD INSTITUCIONAL QUE  MARCARÁ EL FUTURO EDUCATIVO | Universidad Panamericana">
            <a:extLst>
              <a:ext uri="{FF2B5EF4-FFF2-40B4-BE49-F238E27FC236}">
                <a16:creationId xmlns:a16="http://schemas.microsoft.com/office/drawing/2014/main" id="{021A4622-8D67-23BB-7404-AD6D2B7C5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4007" y="3348494"/>
            <a:ext cx="2040875" cy="1491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Flag of the United Kingdom England Map, England, flag, world, united  Kingdom png | PNGWing">
            <a:extLst>
              <a:ext uri="{FF2B5EF4-FFF2-40B4-BE49-F238E27FC236}">
                <a16:creationId xmlns:a16="http://schemas.microsoft.com/office/drawing/2014/main" id="{FBC5D971-06A8-ADBA-60A1-24FBECE29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620" y="0"/>
            <a:ext cx="1459932" cy="1704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Veterinary Postgraduate Unit - University of Liverpool | IVIS">
            <a:extLst>
              <a:ext uri="{FF2B5EF4-FFF2-40B4-BE49-F238E27FC236}">
                <a16:creationId xmlns:a16="http://schemas.microsoft.com/office/drawing/2014/main" id="{54F198D2-65B0-C6DD-CE23-2D5473D08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56" y="4234359"/>
            <a:ext cx="987961" cy="651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0E743CDC-9323-226F-67E5-E592E5DD2E48}"/>
              </a:ext>
            </a:extLst>
          </p:cNvPr>
          <p:cNvSpPr txBox="1"/>
          <p:nvPr/>
        </p:nvSpPr>
        <p:spPr>
          <a:xfrm>
            <a:off x="1192382" y="4239184"/>
            <a:ext cx="2931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solidFill>
                  <a:schemeClr val="bg1">
                    <a:lumMod val="95000"/>
                  </a:schemeClr>
                </a:solidFill>
              </a:rPr>
              <a:t>PhD in Mechanical Engineering (2013-2017)</a:t>
            </a:r>
          </a:p>
        </p:txBody>
      </p:sp>
      <p:pic>
        <p:nvPicPr>
          <p:cNvPr id="3094" name="Picture 22">
            <a:extLst>
              <a:ext uri="{FF2B5EF4-FFF2-40B4-BE49-F238E27FC236}">
                <a16:creationId xmlns:a16="http://schemas.microsoft.com/office/drawing/2014/main" id="{6E44D0F7-6362-7CD5-4081-1390C53D5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7303" y="2125753"/>
            <a:ext cx="860764" cy="1315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0" descr="Veterinary Postgraduate Unit - University of Liverpool | IVIS">
            <a:extLst>
              <a:ext uri="{FF2B5EF4-FFF2-40B4-BE49-F238E27FC236}">
                <a16:creationId xmlns:a16="http://schemas.microsoft.com/office/drawing/2014/main" id="{2B8A81A2-D787-B4D4-FC71-B592DEAF4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0589" y="3555786"/>
            <a:ext cx="1803957" cy="1188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6" name="Picture 24" descr="Versarien Distributor | Mouser México">
            <a:extLst>
              <a:ext uri="{FF2B5EF4-FFF2-40B4-BE49-F238E27FC236}">
                <a16:creationId xmlns:a16="http://schemas.microsoft.com/office/drawing/2014/main" id="{E7252D3E-870B-D62D-1BA9-E22004475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527" y="2412904"/>
            <a:ext cx="1803515" cy="811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26">
            <a:extLst>
              <a:ext uri="{FF2B5EF4-FFF2-40B4-BE49-F238E27FC236}">
                <a16:creationId xmlns:a16="http://schemas.microsoft.com/office/drawing/2014/main" id="{58AA76EA-BD97-2CEC-61F3-287A2AF54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7814" y="156095"/>
            <a:ext cx="2183520" cy="137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4" descr="LA UNIVERSIDAD PANAMERICANA PRESENTA LA NUEVA IDENTIDAD INSTITUCIONAL QUE  MARCARÁ EL FUTURO EDUCATIVO | Universidad Panamericana">
            <a:extLst>
              <a:ext uri="{FF2B5EF4-FFF2-40B4-BE49-F238E27FC236}">
                <a16:creationId xmlns:a16="http://schemas.microsoft.com/office/drawing/2014/main" id="{F2988586-D30A-EED7-25DC-6F3939C52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17" y="4981690"/>
            <a:ext cx="1201440" cy="87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F02A01C1-E777-2695-8BA2-1787741D8CAB}"/>
              </a:ext>
            </a:extLst>
          </p:cNvPr>
          <p:cNvSpPr txBox="1"/>
          <p:nvPr/>
        </p:nvSpPr>
        <p:spPr>
          <a:xfrm>
            <a:off x="1192382" y="5127105"/>
            <a:ext cx="2931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/>
              <a:t>Postdoctoral position in Data Science (2018-2019)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27DDC92-158C-ACD8-CCD3-8637C07DCDE9}"/>
              </a:ext>
            </a:extLst>
          </p:cNvPr>
          <p:cNvSpPr txBox="1"/>
          <p:nvPr/>
        </p:nvSpPr>
        <p:spPr>
          <a:xfrm>
            <a:off x="4090292" y="5007338"/>
            <a:ext cx="637193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Member of the National System of Researchers (C – SNI)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Member of the Mexican Society of Artificial Intelligence (SMIA)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Member of the IEEE since 2019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Member of ACM since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Member of ASME since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14 published articles/conference papers</a:t>
            </a:r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EFC42E3F-7551-060C-CDE8-EE161A490F0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0078" t="19824" r="11325"/>
          <a:stretch/>
        </p:blipFill>
        <p:spPr>
          <a:xfrm>
            <a:off x="9747688" y="3547511"/>
            <a:ext cx="2433970" cy="3310489"/>
          </a:xfrm>
          <a:prstGeom prst="ellipse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67BAE30-1438-3947-834A-B4C5070437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90" t="25088" r="12065" b="26497"/>
          <a:stretch/>
        </p:blipFill>
        <p:spPr bwMode="auto">
          <a:xfrm>
            <a:off x="10407328" y="2493865"/>
            <a:ext cx="1790988" cy="84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33207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66C26E-A3CE-463C-AEE4-1DE43E6A3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888" y="47695"/>
            <a:ext cx="8592819" cy="1411719"/>
          </a:xfrm>
        </p:spPr>
        <p:txBody>
          <a:bodyPr/>
          <a:lstStyle/>
          <a:p>
            <a:r>
              <a:rPr lang="es-MX" b="1" dirty="0">
                <a:solidFill>
                  <a:schemeClr val="tx2"/>
                </a:solidFill>
              </a:rPr>
              <a:t>Lineamientos para una correcta sesión en línea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F24C9592-6D8C-1F27-97F2-504AD842AE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4565873"/>
              </p:ext>
            </p:extLst>
          </p:nvPr>
        </p:nvGraphicFramePr>
        <p:xfrm>
          <a:off x="185981" y="1239024"/>
          <a:ext cx="11732216" cy="5571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2">
            <a:extLst>
              <a:ext uri="{FF2B5EF4-FFF2-40B4-BE49-F238E27FC236}">
                <a16:creationId xmlns:a16="http://schemas.microsoft.com/office/drawing/2014/main" id="{944F5336-34A2-D2D5-1976-023ACCB5D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707" y="-15671"/>
            <a:ext cx="1864293" cy="116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1F6234-D023-7103-8BAC-50D464C41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34888" cy="117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Time Icon 6148405">
            <a:extLst>
              <a:ext uri="{FF2B5EF4-FFF2-40B4-BE49-F238E27FC236}">
                <a16:creationId xmlns:a16="http://schemas.microsoft.com/office/drawing/2014/main" id="{225E2461-7D18-5A55-13A2-30FD9D23C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9" y="1310183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ourtesy Icon 2766126">
            <a:extLst>
              <a:ext uri="{FF2B5EF4-FFF2-40B4-BE49-F238E27FC236}">
                <a16:creationId xmlns:a16="http://schemas.microsoft.com/office/drawing/2014/main" id="{39017E9E-FA98-9E41-C6E7-ADF31B404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586" y="2748697"/>
            <a:ext cx="1305320" cy="130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multitasking Icon 4215373">
            <a:extLst>
              <a:ext uri="{FF2B5EF4-FFF2-40B4-BE49-F238E27FC236}">
                <a16:creationId xmlns:a16="http://schemas.microsoft.com/office/drawing/2014/main" id="{9BD8ACF7-BF99-7D63-CB0E-0C9A74E2F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80" y="3807982"/>
            <a:ext cx="2063531" cy="1739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Mute Icon 1372993">
            <a:extLst>
              <a:ext uri="{FF2B5EF4-FFF2-40B4-BE49-F238E27FC236}">
                <a16:creationId xmlns:a16="http://schemas.microsoft.com/office/drawing/2014/main" id="{9FBEFD63-7A52-543C-9D8B-0E48725B2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3" y="5243934"/>
            <a:ext cx="977255" cy="977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Video on Icon 5507687">
            <a:extLst>
              <a:ext uri="{FF2B5EF4-FFF2-40B4-BE49-F238E27FC236}">
                <a16:creationId xmlns:a16="http://schemas.microsoft.com/office/drawing/2014/main" id="{97A9504F-CC99-A5FD-EFEB-A9AD28A3D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26" y="5690433"/>
            <a:ext cx="977255" cy="977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423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Logotipo&#10;&#10;Descripción generada automáticamente">
            <a:extLst>
              <a:ext uri="{FF2B5EF4-FFF2-40B4-BE49-F238E27FC236}">
                <a16:creationId xmlns:a16="http://schemas.microsoft.com/office/drawing/2014/main" id="{45C8F7DA-2C6B-4EA6-A309-5B9AC69DDA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59440" y="524818"/>
            <a:ext cx="3278292" cy="2212847"/>
          </a:xfrm>
          <a:prstGeom prst="rect">
            <a:avLst/>
          </a:prstGeom>
        </p:spPr>
      </p:pic>
      <p:pic>
        <p:nvPicPr>
          <p:cNvPr id="10" name="Imagen 9" descr="Icono&#10;&#10;Descripción generada automáticamente">
            <a:extLst>
              <a:ext uri="{FF2B5EF4-FFF2-40B4-BE49-F238E27FC236}">
                <a16:creationId xmlns:a16="http://schemas.microsoft.com/office/drawing/2014/main" id="{3AE908A3-C917-4300-8AC8-0EFC25BCFD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277159" y="318911"/>
            <a:ext cx="2908212" cy="2624662"/>
          </a:xfrm>
          <a:prstGeom prst="rect">
            <a:avLst/>
          </a:prstGeom>
        </p:spPr>
      </p:pic>
      <p:pic>
        <p:nvPicPr>
          <p:cNvPr id="16" name="Imagen 15" descr="Icono&#10;&#10;Descripción generada automáticamente">
            <a:extLst>
              <a:ext uri="{FF2B5EF4-FFF2-40B4-BE49-F238E27FC236}">
                <a16:creationId xmlns:a16="http://schemas.microsoft.com/office/drawing/2014/main" id="{22E77EEE-8A3E-4E72-AD7A-691AC9AC00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4521467" y="3232562"/>
            <a:ext cx="2643992" cy="2643992"/>
          </a:xfrm>
          <a:prstGeom prst="rect">
            <a:avLst/>
          </a:prstGeom>
        </p:spPr>
      </p:pic>
      <p:pic>
        <p:nvPicPr>
          <p:cNvPr id="1028" name="Picture 4" descr="How to Make a Python Puppet : 17 Steps (with Pictures) - Instructables">
            <a:extLst>
              <a:ext uri="{FF2B5EF4-FFF2-40B4-BE49-F238E27FC236}">
                <a16:creationId xmlns:a16="http://schemas.microsoft.com/office/drawing/2014/main" id="{F184EBF6-0100-4C86-B180-4B93D0697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89045" y="3695430"/>
            <a:ext cx="1966722" cy="294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Bocadillo: ovalado 39">
            <a:extLst>
              <a:ext uri="{FF2B5EF4-FFF2-40B4-BE49-F238E27FC236}">
                <a16:creationId xmlns:a16="http://schemas.microsoft.com/office/drawing/2014/main" id="{800942B5-0C6E-4637-98EE-E14359E1D319}"/>
              </a:ext>
            </a:extLst>
          </p:cNvPr>
          <p:cNvSpPr/>
          <p:nvPr/>
        </p:nvSpPr>
        <p:spPr>
          <a:xfrm>
            <a:off x="6864676" y="4777107"/>
            <a:ext cx="3125153" cy="1630017"/>
          </a:xfrm>
          <a:prstGeom prst="wedgeEllipseCallout">
            <a:avLst>
              <a:gd name="adj1" fmla="val 51272"/>
              <a:gd name="adj2" fmla="val -3993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chemeClr val="accent1">
                    <a:lumMod val="50000"/>
                  </a:schemeClr>
                </a:solidFill>
              </a:rPr>
              <a:t>print(“Hello World!”)</a:t>
            </a:r>
          </a:p>
        </p:txBody>
      </p:sp>
      <p:sp>
        <p:nvSpPr>
          <p:cNvPr id="42" name="Marcador de contenido 2">
            <a:extLst>
              <a:ext uri="{FF2B5EF4-FFF2-40B4-BE49-F238E27FC236}">
                <a16:creationId xmlns:a16="http://schemas.microsoft.com/office/drawing/2014/main" id="{9800C5A6-E89E-46C1-BDB5-96EA3527E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433" y="318911"/>
            <a:ext cx="4236929" cy="1216299"/>
          </a:xfrm>
        </p:spPr>
        <p:txBody>
          <a:bodyPr anchor="t">
            <a:noAutofit/>
          </a:bodyPr>
          <a:lstStyle/>
          <a:p>
            <a:pPr marL="0" indent="0" algn="ctr">
              <a:buNone/>
            </a:pPr>
            <a:r>
              <a:rPr lang="es-MX" sz="4000" b="1" dirty="0" err="1"/>
              <a:t>Course</a:t>
            </a:r>
            <a:r>
              <a:rPr lang="es-MX" sz="4000" b="1" dirty="0"/>
              <a:t> </a:t>
            </a:r>
            <a:r>
              <a:rPr lang="es-MX" sz="4000" b="1" dirty="0" err="1"/>
              <a:t>Github</a:t>
            </a:r>
            <a:endParaRPr lang="es-MX" sz="4000" b="1" dirty="0"/>
          </a:p>
          <a:p>
            <a:pPr marL="0" indent="0" algn="ctr">
              <a:buNone/>
            </a:pPr>
            <a:r>
              <a:rPr lang="es-MX" sz="4000" b="1" dirty="0" err="1"/>
              <a:t>edavgaun</a:t>
            </a:r>
            <a:endParaRPr lang="es-MX" sz="4000" b="1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0756153F-218E-4072-ABE4-44AEB12AB22D}"/>
              </a:ext>
            </a:extLst>
          </p:cNvPr>
          <p:cNvSpPr txBox="1"/>
          <p:nvPr/>
        </p:nvSpPr>
        <p:spPr>
          <a:xfrm>
            <a:off x="7539433" y="1985003"/>
            <a:ext cx="42369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3200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https://github.com/edavgaun/</a:t>
            </a:r>
            <a:endParaRPr lang="es-MX" sz="32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BC0690E-00C5-D773-7DC0-7D0743235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2955" y="5136480"/>
            <a:ext cx="2664040" cy="1670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51C778A-FD13-4942-D309-B169F2820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32" y="5168630"/>
            <a:ext cx="2479123" cy="167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3571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D56C191-E4AC-4145-866C-5B6A067B01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0827755"/>
              </p:ext>
            </p:extLst>
          </p:nvPr>
        </p:nvGraphicFramePr>
        <p:xfrm>
          <a:off x="330558" y="114422"/>
          <a:ext cx="9997149" cy="66291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D5F716EE-2086-4E50-916C-E3BBC0C35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65749"/>
            <a:ext cx="3947420" cy="1777829"/>
          </a:xfrm>
        </p:spPr>
        <p:txBody>
          <a:bodyPr>
            <a:normAutofit/>
          </a:bodyPr>
          <a:lstStyle/>
          <a:p>
            <a:r>
              <a:rPr lang="es-MX" sz="5400" b="1" dirty="0"/>
              <a:t>Syllabus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8F83C2-A543-2821-7EF3-A86DDDF17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707" y="0"/>
            <a:ext cx="1864293" cy="116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DC9EE6-7C7C-4297-054B-2B524E77E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4064" y="5692481"/>
            <a:ext cx="1734888" cy="117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Modelo 3D 6" descr="Marca de verificación verde">
                <a:extLst>
                  <a:ext uri="{FF2B5EF4-FFF2-40B4-BE49-F238E27FC236}">
                    <a16:creationId xmlns:a16="http://schemas.microsoft.com/office/drawing/2014/main" id="{1E8FA603-CC45-0CF9-8225-D713BF83D21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56560852"/>
                  </p:ext>
                </p:extLst>
              </p:nvPr>
            </p:nvGraphicFramePr>
            <p:xfrm>
              <a:off x="7456097" y="401989"/>
              <a:ext cx="1591160" cy="1534334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1591160" cy="1534334"/>
                    </a:xfrm>
                    <a:prstGeom prst="rect">
                      <a:avLst/>
                    </a:prstGeom>
                  </am3d:spPr>
                  <am3d:camera>
                    <am3d:pos x="0" y="0" z="6563663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06523" d="1000000"/>
                    <am3d:preTrans dx="0" dy="-1480007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141680" ay="3315906" az="28091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23055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Modelo 3D 6" descr="Marca de verificación verde">
                <a:extLst>
                  <a:ext uri="{FF2B5EF4-FFF2-40B4-BE49-F238E27FC236}">
                    <a16:creationId xmlns:a16="http://schemas.microsoft.com/office/drawing/2014/main" id="{1E8FA603-CC45-0CF9-8225-D713BF83D21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56097" y="401989"/>
                <a:ext cx="1591160" cy="153433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254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-0.0007"/>
                                          </p:val>
                                        </p:tav>
                                        <p:tav tm="2250">
                                          <p:val>
                                            <p:fltVal val="-0.0056"/>
                                          </p:val>
                                        </p:tav>
                                        <p:tav tm="3370">
                                          <p:val>
                                            <p:fltVal val="-0.0189"/>
                                          </p:val>
                                        </p:tav>
                                        <p:tav tm="4490">
                                          <p:val>
                                            <p:fltVal val="-0.0451"/>
                                          </p:val>
                                        </p:tav>
                                        <p:tav tm="5620">
                                          <p:val>
                                            <p:fltVal val="-0.0884"/>
                                          </p:val>
                                        </p:tav>
                                        <p:tav tm="6740">
                                          <p:val>
                                            <p:fltVal val="-0.1526"/>
                                          </p:val>
                                        </p:tav>
                                        <p:tav tm="7870">
                                          <p:val>
                                            <p:fltVal val="-0.242"/>
                                          </p:val>
                                        </p:tav>
                                        <p:tav tm="8990">
                                          <p:val>
                                            <p:fltVal val="-0.3621"/>
                                          </p:val>
                                        </p:tav>
                                        <p:tav tm="10110">
                                          <p:val>
                                            <p:fltVal val="-0.515"/>
                                          </p:val>
                                        </p:tav>
                                        <p:tav tm="11240">
                                          <p:val>
                                            <p:fltVal val="-0.7059"/>
                                          </p:val>
                                        </p:tav>
                                        <p:tav tm="12360">
                                          <p:val>
                                            <p:fltVal val="-0.9411"/>
                                          </p:val>
                                        </p:tav>
                                        <p:tav tm="13480">
                                          <p:val>
                                            <p:fltVal val="-1.1925"/>
                                          </p:val>
                                        </p:tav>
                                        <p:tav tm="14610">
                                          <p:val>
                                            <p:fltVal val="-1.4022"/>
                                          </p:val>
                                        </p:tav>
                                        <p:tav tm="15730">
                                          <p:val>
                                            <p:fltVal val="-1.5733"/>
                                          </p:val>
                                        </p:tav>
                                        <p:tav tm="16850">
                                          <p:val>
                                            <p:fltVal val="-1.7072"/>
                                          </p:val>
                                        </p:tav>
                                        <p:tav tm="17980">
                                          <p:val>
                                            <p:fltVal val="-1.8096"/>
                                          </p:val>
                                        </p:tav>
                                        <p:tav tm="19100">
                                          <p:val>
                                            <p:fltVal val="-1.8854"/>
                                          </p:val>
                                        </p:tav>
                                        <p:tav tm="20220">
                                          <p:val>
                                            <p:fltVal val="-1.9375"/>
                                          </p:val>
                                        </p:tav>
                                        <p:tav tm="21350">
                                          <p:val>
                                            <p:fltVal val="-1.9707"/>
                                          </p:val>
                                        </p:tav>
                                        <p:tav tm="22470">
                                          <p:val>
                                            <p:fltVal val="-1.9894"/>
                                          </p:val>
                                        </p:tav>
                                        <p:tav tm="23600">
                                          <p:val>
                                            <p:fltVal val="-1.9977"/>
                                          </p:val>
                                        </p:tav>
                                        <p:tav tm="24720">
                                          <p:val>
                                            <p:fltVal val="-1.9999"/>
                                          </p:val>
                                        </p:tav>
                                        <p:tav tm="25840">
                                          <p:val>
                                            <p:fltVal val="-1.5339"/>
                                          </p:val>
                                        </p:tav>
                                        <p:tav tm="26970">
                                          <p:val>
                                            <p:fltVal val="0.5131"/>
                                          </p:val>
                                        </p:tav>
                                        <p:tav tm="28090">
                                          <p:val>
                                            <p:fltVal val="3.6063"/>
                                          </p:val>
                                        </p:tav>
                                        <p:tav tm="29210">
                                          <p:val>
                                            <p:fltVal val="7.5428"/>
                                          </p:val>
                                        </p:tav>
                                        <p:tav tm="30340">
                                          <p:val>
                                            <p:fltVal val="12.215"/>
                                          </p:val>
                                        </p:tav>
                                        <p:tav tm="31460">
                                          <p:val>
                                            <p:fltVal val="17.5521"/>
                                          </p:val>
                                        </p:tav>
                                        <p:tav tm="32580">
                                          <p:val>
                                            <p:fltVal val="23.5026"/>
                                          </p:val>
                                        </p:tav>
                                        <p:tav tm="33710">
                                          <p:val>
                                            <p:fltVal val="29.9662"/>
                                          </p:val>
                                        </p:tav>
                                        <p:tav tm="34830">
                                          <p:val>
                                            <p:fltVal val="37.0276"/>
                                          </p:val>
                                        </p:tav>
                                        <p:tav tm="35960">
                                          <p:val>
                                            <p:fltVal val="44.6047"/>
                                          </p:val>
                                        </p:tav>
                                        <p:tav tm="37080">
                                          <p:val>
                                            <p:fltVal val="52.675"/>
                                          </p:val>
                                        </p:tav>
                                        <p:tav tm="38200">
                                          <p:val>
                                            <p:fltVal val="61.2192"/>
                                          </p:val>
                                        </p:tav>
                                        <p:tav tm="39330">
                                          <p:val>
                                            <p:fltVal val="70.2203"/>
                                          </p:val>
                                        </p:tav>
                                        <p:tav tm="40450">
                                          <p:val>
                                            <p:fltVal val="79.6634"/>
                                          </p:val>
                                        </p:tav>
                                        <p:tav tm="41570">
                                          <p:val>
                                            <p:fltVal val="89.445"/>
                                          </p:val>
                                        </p:tav>
                                        <p:tav tm="42700">
                                          <p:val>
                                            <p:fltVal val="99.7295"/>
                                          </p:val>
                                        </p:tav>
                                        <p:tav tm="43820">
                                          <p:val>
                                            <p:fltVal val="110.4196"/>
                                          </p:val>
                                        </p:tav>
                                        <p:tav tm="44940">
                                          <p:val>
                                            <p:fltVal val="121.5053"/>
                                          </p:val>
                                        </p:tav>
                                        <p:tav tm="46070">
                                          <p:val>
                                            <p:fltVal val="132.9774"/>
                                          </p:val>
                                        </p:tav>
                                        <p:tav tm="47190">
                                          <p:val>
                                            <p:fltVal val="144.8275"/>
                                          </p:val>
                                        </p:tav>
                                        <p:tav tm="48310">
                                          <p:val>
                                            <p:fltVal val="157.04761"/>
                                          </p:val>
                                        </p:tav>
                                        <p:tav tm="49440">
                                          <p:val>
                                            <p:fltVal val="169.5166"/>
                                          </p:val>
                                        </p:tav>
                                        <p:tav tm="50560">
                                          <p:val>
                                            <p:fltVal val="182.3239"/>
                                          </p:val>
                                        </p:tav>
                                        <p:tav tm="51690">
                                          <p:val>
                                            <p:fltVal val="195.0173"/>
                                          </p:val>
                                        </p:tav>
                                        <p:tav tm="52810">
                                          <p:val>
                                            <p:fltVal val="207.46809"/>
                                          </p:val>
                                        </p:tav>
                                        <p:tav tm="53930">
                                          <p:val>
                                            <p:fltVal val="219.4474"/>
                                          </p:val>
                                        </p:tav>
                                        <p:tav tm="55060">
                                          <p:val>
                                            <p:fltVal val="231.0605"/>
                                          </p:val>
                                        </p:tav>
                                        <p:tav tm="56180">
                                          <p:val>
                                            <p:fltVal val="242.39909"/>
                                          </p:val>
                                        </p:tav>
                                        <p:tav tm="57300">
                                          <p:val>
                                            <p:fltVal val="253.25211"/>
                                          </p:val>
                                        </p:tav>
                                        <p:tav tm="58430">
                                          <p:val>
                                            <p:fltVal val="263.71341"/>
                                          </p:val>
                                        </p:tav>
                                        <p:tav tm="59550">
                                          <p:val>
                                            <p:fltVal val="273.86151"/>
                                          </p:val>
                                        </p:tav>
                                        <p:tav tm="60670">
                                          <p:val>
                                            <p:fltVal val="283.50409"/>
                                          </p:val>
                                        </p:tav>
                                        <p:tav tm="61800">
                                          <p:val>
                                            <p:fltVal val="292.72171"/>
                                          </p:val>
                                        </p:tav>
                                        <p:tav tm="62920">
                                          <p:val>
                                            <p:fltVal val="301.57761"/>
                                          </p:val>
                                        </p:tav>
                                        <p:tav tm="64040">
                                          <p:val>
                                            <p:fltVal val="309.89859"/>
                                          </p:val>
                                        </p:tav>
                                        <p:tav tm="65170">
                                          <p:val>
                                            <p:fltVal val="317.7485"/>
                                          </p:val>
                                        </p:tav>
                                        <p:tav tm="66290">
                                          <p:val>
                                            <p:fltVal val="325.1716"/>
                                          </p:val>
                                        </p:tav>
                                        <p:tav tm="67420">
                                          <p:val>
                                            <p:fltVal val="332.01221"/>
                                          </p:val>
                                        </p:tav>
                                        <p:tav tm="68540">
                                          <p:val>
                                            <p:fltVal val="338.366"/>
                                          </p:val>
                                        </p:tav>
                                        <p:tav tm="69660">
                                          <p:val>
                                            <p:fltVal val="344.08609"/>
                                          </p:val>
                                        </p:tav>
                                        <p:tav tm="70790">
                                          <p:val>
                                            <p:fltVal val="349.19031"/>
                                          </p:val>
                                        </p:tav>
                                        <p:tav tm="71910">
                                          <p:val>
                                            <p:fltVal val="353.66071"/>
                                          </p:val>
                                        </p:tav>
                                        <p:tav tm="73030">
                                          <p:val>
                                            <p:fltVal val="357.34021"/>
                                          </p:val>
                                        </p:tav>
                                        <p:tav tm="74160">
                                          <p:val>
                                            <p:fltVal val="360.1506"/>
                                          </p:val>
                                        </p:tav>
                                        <p:tav tm="75280">
                                          <p:val>
                                            <p:fltVal val="361.84619"/>
                                          </p:val>
                                        </p:tav>
                                        <p:tav tm="76400">
                                          <p:val>
                                            <p:fltVal val="361.99869"/>
                                          </p:val>
                                        </p:tav>
                                        <p:tav tm="77530">
                                          <p:val>
                                            <p:fltVal val="361.98318"/>
                                          </p:val>
                                        </p:tav>
                                        <p:tav tm="78650">
                                          <p:val>
                                            <p:fltVal val="361.93341"/>
                                          </p:val>
                                        </p:tav>
                                        <p:tav tm="79780">
                                          <p:val>
                                            <p:fltVal val="361.83051"/>
                                          </p:val>
                                        </p:tav>
                                        <p:tav tm="80900">
                                          <p:val>
                                            <p:fltVal val="361.655"/>
                                          </p:val>
                                        </p:tav>
                                        <p:tav tm="82020">
                                          <p:val>
                                            <p:fltVal val="361.3844"/>
                                          </p:val>
                                        </p:tav>
                                        <p:tav tm="83150">
                                          <p:val>
                                            <p:fltVal val="361.00391"/>
                                          </p:val>
                                        </p:tav>
                                        <p:tav tm="84270">
                                          <p:val>
                                            <p:fltVal val="360.62131"/>
                                          </p:val>
                                        </p:tav>
                                        <p:tav tm="85390">
                                          <p:val>
                                            <p:fltVal val="360.34891"/>
                                          </p:val>
                                        </p:tav>
                                        <p:tav tm="86520">
                                          <p:val>
                                            <p:fltVal val="360.17181"/>
                                          </p:val>
                                        </p:tav>
                                        <p:tav tm="87640">
                                          <p:val>
                                            <p:fltVal val="360.0679"/>
                                          </p:val>
                                        </p:tav>
                                        <p:tav tm="88760">
                                          <p:val>
                                            <p:fltVal val="360.0173"/>
                                          </p:val>
                                        </p:tav>
                                        <p:tav tm="89890">
                                          <p:val>
                                            <p:fltVal val="360.00131"/>
                                          </p:val>
                                        </p:tav>
                                        <p:tav tm="91010">
                                          <p:val>
                                            <p:fltVal val="360"/>
                                          </p:val>
                                        </p:tav>
                                        <p:tav tm="92130">
                                          <p:val>
                                            <p:fltVal val="360"/>
                                          </p:val>
                                        </p:tav>
                                        <p:tav tm="93260">
                                          <p:val>
                                            <p:fltVal val="360"/>
                                          </p:val>
                                        </p:tav>
                                        <p:tav tm="94380">
                                          <p:val>
                                            <p:fltVal val="360"/>
                                          </p:val>
                                        </p:tav>
                                        <p:tav tm="95510">
                                          <p:val>
                                            <p:fltVal val="360"/>
                                          </p:val>
                                        </p:tav>
                                        <p:tav tm="96630">
                                          <p:val>
                                            <p:fltVal val="360"/>
                                          </p:val>
                                        </p:tav>
                                        <p:tav tm="97750">
                                          <p:val>
                                            <p:fltVal val="360"/>
                                          </p:val>
                                        </p:tav>
                                        <p:tav tm="9888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0"/>
                                          </p:val>
                                        </p:tav>
                                        <p:tav tm="3370">
                                          <p:val>
                                            <p:fltVal val="-0.0002"/>
                                          </p:val>
                                        </p:tav>
                                        <p:tav tm="4490">
                                          <p:val>
                                            <p:fltVal val="-0.0005"/>
                                          </p:val>
                                        </p:tav>
                                        <p:tav tm="5620">
                                          <p:val>
                                            <p:fltVal val="-0.001"/>
                                          </p:val>
                                        </p:tav>
                                        <p:tav tm="6740">
                                          <p:val>
                                            <p:fltVal val="-0.0017"/>
                                          </p:val>
                                        </p:tav>
                                        <p:tav tm="7870">
                                          <p:val>
                                            <p:fltVal val="-0.0028"/>
                                          </p:val>
                                        </p:tav>
                                        <p:tav tm="8990">
                                          <p:val>
                                            <p:fltVal val="-0.0042"/>
                                          </p:val>
                                        </p:tav>
                                        <p:tav tm="10110">
                                          <p:val>
                                            <p:fltVal val="-0.006"/>
                                          </p:val>
                                        </p:tav>
                                        <p:tav tm="11240">
                                          <p:val>
                                            <p:fltVal val="-0.0078"/>
                                          </p:val>
                                        </p:tav>
                                        <p:tav tm="12360">
                                          <p:val>
                                            <p:fltVal val="-0.0092"/>
                                          </p:val>
                                        </p:tav>
                                        <p:tav tm="13480">
                                          <p:val>
                                            <p:fltVal val="-0.0102"/>
                                          </p:val>
                                        </p:tav>
                                        <p:tav tm="14610">
                                          <p:val>
                                            <p:fltVal val="-0.0109"/>
                                          </p:val>
                                        </p:tav>
                                        <p:tav tm="15730">
                                          <p:val>
                                            <p:fltVal val="-0.0114"/>
                                          </p:val>
                                        </p:tav>
                                        <p:tav tm="16850">
                                          <p:val>
                                            <p:fltVal val="-0.0117"/>
                                          </p:val>
                                        </p:tav>
                                        <p:tav tm="17980">
                                          <p:val>
                                            <p:fltVal val="-0.0119"/>
                                          </p:val>
                                        </p:tav>
                                        <p:tav tm="19100">
                                          <p:val>
                                            <p:fltVal val="-0.0119"/>
                                          </p:val>
                                        </p:tav>
                                        <p:tav tm="20220">
                                          <p:val>
                                            <p:fltVal val="-0.0119"/>
                                          </p:val>
                                        </p:tav>
                                        <p:tav tm="21350">
                                          <p:val>
                                            <p:fltVal val="-0.0119"/>
                                          </p:val>
                                        </p:tav>
                                        <p:tav tm="22470">
                                          <p:val>
                                            <p:fltVal val="-0.0115"/>
                                          </p:val>
                                        </p:tav>
                                        <p:tav tm="23600">
                                          <p:val>
                                            <p:fltVal val="-0.0105"/>
                                          </p:val>
                                        </p:tav>
                                        <p:tav tm="24720">
                                          <p:val>
                                            <p:fltVal val="-0.0084"/>
                                          </p:val>
                                        </p:tav>
                                        <p:tav tm="25840">
                                          <p:val>
                                            <p:fltVal val="-0.0051"/>
                                          </p:val>
                                        </p:tav>
                                        <p:tav tm="26970">
                                          <p:val>
                                            <p:fltVal val="-0.0002"/>
                                          </p:val>
                                        </p:tav>
                                        <p:tav tm="28090">
                                          <p:val>
                                            <p:fltVal val="0.0067"/>
                                          </p:val>
                                        </p:tav>
                                        <p:tav tm="29210">
                                          <p:val>
                                            <p:fltVal val="0.0159"/>
                                          </p:val>
                                        </p:tav>
                                        <p:tav tm="30340">
                                          <p:val>
                                            <p:fltVal val="0.0277"/>
                                          </p:val>
                                        </p:tav>
                                        <p:tav tm="31460">
                                          <p:val>
                                            <p:fltVal val="0.0425"/>
                                          </p:val>
                                        </p:tav>
                                        <p:tav tm="32580">
                                          <p:val>
                                            <p:fltVal val="0.0605"/>
                                          </p:val>
                                        </p:tav>
                                        <p:tav tm="33710">
                                          <p:val>
                                            <p:fltVal val="0.082"/>
                                          </p:val>
                                        </p:tav>
                                        <p:tav tm="34830">
                                          <p:val>
                                            <p:fltVal val="0.1075"/>
                                          </p:val>
                                        </p:tav>
                                        <p:tav tm="35960">
                                          <p:val>
                                            <p:fltVal val="0.1357"/>
                                          </p:val>
                                        </p:tav>
                                        <p:tav tm="37080">
                                          <p:val>
                                            <p:fltVal val="0.1605"/>
                                          </p:val>
                                        </p:tav>
                                        <p:tav tm="38200">
                                          <p:val>
                                            <p:fltVal val="0.1814"/>
                                          </p:val>
                                        </p:tav>
                                        <p:tav tm="39330">
                                          <p:val>
                                            <p:fltVal val="0.1987"/>
                                          </p:val>
                                        </p:tav>
                                        <p:tav tm="40450">
                                          <p:val>
                                            <p:fltVal val="0.2129"/>
                                          </p:val>
                                        </p:tav>
                                        <p:tav tm="41570">
                                          <p:val>
                                            <p:fltVal val="0.224"/>
                                          </p:val>
                                        </p:tav>
                                        <p:tav tm="42700">
                                          <p:val>
                                            <p:fltVal val="0.2328"/>
                                          </p:val>
                                        </p:tav>
                                        <p:tav tm="43820">
                                          <p:val>
                                            <p:fltVal val="0.2393"/>
                                          </p:val>
                                        </p:tav>
                                        <p:tav tm="44940">
                                          <p:val>
                                            <p:fltVal val="0.2439"/>
                                          </p:val>
                                        </p:tav>
                                        <p:tav tm="46070">
                                          <p:val>
                                            <p:fltVal val="0.2469"/>
                                          </p:val>
                                        </p:tav>
                                        <p:tav tm="47190">
                                          <p:val>
                                            <p:fltVal val="0.2487"/>
                                          </p:val>
                                        </p:tav>
                                        <p:tav tm="48310">
                                          <p:val>
                                            <p:fltVal val="0.2496"/>
                                          </p:val>
                                        </p:tav>
                                        <p:tav tm="49440">
                                          <p:val>
                                            <p:fltVal val="0.2499"/>
                                          </p:val>
                                        </p:tav>
                                        <p:tav tm="50560">
                                          <p:val>
                                            <p:fltVal val="0.2499"/>
                                          </p:val>
                                        </p:tav>
                                        <p:tav tm="51690">
                                          <p:val>
                                            <p:fltVal val="0.2499"/>
                                          </p:val>
                                        </p:tav>
                                        <p:tav tm="52810">
                                          <p:val>
                                            <p:fltVal val="0.2494"/>
                                          </p:val>
                                        </p:tav>
                                        <p:tav tm="53930">
                                          <p:val>
                                            <p:fltVal val="0.2482"/>
                                          </p:val>
                                        </p:tav>
                                        <p:tav tm="55060">
                                          <p:val>
                                            <p:fltVal val="0.246"/>
                                          </p:val>
                                        </p:tav>
                                        <p:tav tm="56180">
                                          <p:val>
                                            <p:fltVal val="0.2425"/>
                                          </p:val>
                                        </p:tav>
                                        <p:tav tm="57300">
                                          <p:val>
                                            <p:fltVal val="0.2373"/>
                                          </p:val>
                                        </p:tav>
                                        <p:tav tm="58430">
                                          <p:val>
                                            <p:fltVal val="0.2302"/>
                                          </p:val>
                                        </p:tav>
                                        <p:tav tm="59550">
                                          <p:val>
                                            <p:fltVal val="0.2206"/>
                                          </p:val>
                                        </p:tav>
                                        <p:tav tm="60670">
                                          <p:val>
                                            <p:fltVal val="0.2085"/>
                                          </p:val>
                                        </p:tav>
                                        <p:tav tm="61800">
                                          <p:val>
                                            <p:fltVal val="0.1935"/>
                                          </p:val>
                                        </p:tav>
                                        <p:tav tm="62920">
                                          <p:val>
                                            <p:fltVal val="0.175"/>
                                          </p:val>
                                        </p:tav>
                                        <p:tav tm="64040">
                                          <p:val>
                                            <p:fltVal val="0.1532"/>
                                          </p:val>
                                        </p:tav>
                                        <p:tav tm="65170">
                                          <p:val>
                                            <p:fltVal val="0.1274"/>
                                          </p:val>
                                        </p:tav>
                                        <p:tav tm="66290">
                                          <p:val>
                                            <p:fltVal val="0.0993"/>
                                          </p:val>
                                        </p:tav>
                                        <p:tav tm="67420">
                                          <p:val>
                                            <p:fltVal val="0.0752"/>
                                          </p:val>
                                        </p:tav>
                                        <p:tav tm="68540">
                                          <p:val>
                                            <p:fltVal val="0.0547"/>
                                          </p:val>
                                        </p:tav>
                                        <p:tav tm="69660">
                                          <p:val>
                                            <p:fltVal val="0.0378"/>
                                          </p:val>
                                        </p:tav>
                                        <p:tav tm="70790">
                                          <p:val>
                                            <p:fltVal val="0.024"/>
                                          </p:val>
                                        </p:tav>
                                        <p:tav tm="71910">
                                          <p:val>
                                            <p:fltVal val="0.013"/>
                                          </p:val>
                                        </p:tav>
                                        <p:tav tm="73030">
                                          <p:val>
                                            <p:fltVal val="0.0045"/>
                                          </p:val>
                                        </p:tav>
                                        <p:tav tm="74160">
                                          <p:val>
                                            <p:fltVal val="-0.0017"/>
                                          </p:val>
                                        </p:tav>
                                        <p:tav tm="75280">
                                          <p:val>
                                            <p:fltVal val="-0.0062"/>
                                          </p:val>
                                        </p:tav>
                                        <p:tav tm="76400">
                                          <p:val>
                                            <p:fltVal val="-0.0091"/>
                                          </p:val>
                                        </p:tav>
                                        <p:tav tm="77530">
                                          <p:val>
                                            <p:fltVal val="-0.0108"/>
                                          </p:val>
                                        </p:tav>
                                        <p:tav tm="78650">
                                          <p:val>
                                            <p:fltVal val="-0.0117"/>
                                          </p:val>
                                        </p:tav>
                                        <p:tav tm="79780">
                                          <p:val>
                                            <p:fltVal val="-0.0119"/>
                                          </p:val>
                                        </p:tav>
                                        <p:tav tm="80900">
                                          <p:val>
                                            <p:fltVal val="-0.0119"/>
                                          </p:val>
                                        </p:tav>
                                        <p:tav tm="82020">
                                          <p:val>
                                            <p:fltVal val="-0.0117"/>
                                          </p:val>
                                        </p:tav>
                                        <p:tav tm="83150">
                                          <p:val>
                                            <p:fltVal val="-0.0105"/>
                                          </p:val>
                                        </p:tav>
                                        <p:tav tm="84270">
                                          <p:val>
                                            <p:fltVal val="-0.0075"/>
                                          </p:val>
                                        </p:tav>
                                        <p:tav tm="85390">
                                          <p:val>
                                            <p:fltVal val="-0.0019"/>
                                          </p:val>
                                        </p:tav>
                                        <p:tav tm="86520">
                                          <p:val>
                                            <p:fltVal val="0.005"/>
                                          </p:val>
                                        </p:tav>
                                        <p:tav tm="87640">
                                          <p:val>
                                            <p:fltVal val="0.0092"/>
                                          </p:val>
                                        </p:tav>
                                        <p:tav tm="88760">
                                          <p:val>
                                            <p:fltVal val="0.0112"/>
                                          </p:val>
                                        </p:tav>
                                        <p:tav tm="89890">
                                          <p:val>
                                            <p:fltVal val="0.0119"/>
                                          </p:val>
                                        </p:tav>
                                        <p:tav tm="91010">
                                          <p:val>
                                            <p:fltVal val="0.0119"/>
                                          </p:val>
                                        </p:tav>
                                        <p:tav tm="92130">
                                          <p:val>
                                            <p:fltVal val="0.0118"/>
                                          </p:val>
                                        </p:tav>
                                        <p:tav tm="93260">
                                          <p:val>
                                            <p:fltVal val="0.0112"/>
                                          </p:val>
                                        </p:tav>
                                        <p:tav tm="94380">
                                          <p:val>
                                            <p:fltVal val="0.0097"/>
                                          </p:val>
                                        </p:tav>
                                        <p:tav tm="95510">
                                          <p:val>
                                            <p:fltVal val="0.0068"/>
                                          </p:val>
                                        </p:tav>
                                        <p:tav tm="96630">
                                          <p:val>
                                            <p:fltVal val="0.0034"/>
                                          </p:val>
                                        </p:tav>
                                        <p:tav tm="97750">
                                          <p:val>
                                            <p:fltVal val="0.0013"/>
                                          </p:val>
                                        </p:tav>
                                        <p:tav tm="98880">
                                          <p:val>
                                            <p:fltVal val="0.0003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1"/>
                                          </p:val>
                                        </p:tav>
                                        <p:tav tm="3370">
                                          <p:val>
                                            <p:fltVal val="1.0004"/>
                                          </p:val>
                                        </p:tav>
                                        <p:tav tm="4490">
                                          <p:val>
                                            <p:fltVal val="1.0011"/>
                                          </p:val>
                                        </p:tav>
                                        <p:tav tm="5620">
                                          <p:val>
                                            <p:fltVal val="1.0022"/>
                                          </p:val>
                                        </p:tav>
                                        <p:tav tm="6740">
                                          <p:val>
                                            <p:fltVal val="1.0038"/>
                                          </p:val>
                                        </p:tav>
                                        <p:tav tm="7870">
                                          <p:val>
                                            <p:fltVal val="1.0061"/>
                                          </p:val>
                                        </p:tav>
                                        <p:tav tm="8990">
                                          <p:val>
                                            <p:fltVal val="1.0091"/>
                                          </p:val>
                                        </p:tav>
                                        <p:tav tm="10110">
                                          <p:val>
                                            <p:fltVal val="1.013"/>
                                          </p:val>
                                        </p:tav>
                                        <p:tav tm="11240">
                                          <p:val>
                                            <p:fltVal val="1.0168"/>
                                          </p:val>
                                        </p:tav>
                                        <p:tav tm="12360">
                                          <p:val>
                                            <p:fltVal val="1.0198"/>
                                          </p:val>
                                        </p:tav>
                                        <p:tav tm="13480">
                                          <p:val>
                                            <p:fltVal val="1.0221"/>
                                          </p:val>
                                        </p:tav>
                                        <p:tav tm="14610">
                                          <p:val>
                                            <p:fltVal val="1.0237"/>
                                          </p:val>
                                        </p:tav>
                                        <p:tav tm="15730">
                                          <p:val>
                                            <p:fltVal val="1.0247"/>
                                          </p:val>
                                        </p:tav>
                                        <p:tav tm="16850">
                                          <p:val>
                                            <p:fltVal val="1.0254"/>
                                          </p:val>
                                        </p:tav>
                                        <p:tav tm="17980">
                                          <p:val>
                                            <p:fltVal val="1.0257"/>
                                          </p:val>
                                        </p:tav>
                                        <p:tav tm="19100">
                                          <p:val>
                                            <p:fltVal val="1.0258"/>
                                          </p:val>
                                        </p:tav>
                                        <p:tav tm="20220">
                                          <p:val>
                                            <p:fltVal val="1.0259"/>
                                          </p:val>
                                        </p:tav>
                                        <p:tav tm="21350">
                                          <p:val>
                                            <p:fltVal val="1.0257"/>
                                          </p:val>
                                        </p:tav>
                                        <p:tav tm="22470">
                                          <p:val>
                                            <p:fltVal val="1.0247"/>
                                          </p:val>
                                        </p:tav>
                                        <p:tav tm="23600">
                                          <p:val>
                                            <p:fltVal val="1.0219"/>
                                          </p:val>
                                        </p:tav>
                                        <p:tav tm="24720">
                                          <p:val>
                                            <p:fltVal val="1.0165"/>
                                          </p:val>
                                        </p:tav>
                                        <p:tav tm="25840">
                                          <p:val>
                                            <p:fltVal val="1.0088"/>
                                          </p:val>
                                        </p:tav>
                                        <p:tav tm="26970">
                                          <p:val>
                                            <p:fltVal val="1.0036"/>
                                          </p:val>
                                        </p:tav>
                                        <p:tav tm="28090">
                                          <p:val>
                                            <p:fltVal val="1.001"/>
                                          </p:val>
                                        </p:tav>
                                        <p:tav tm="29210">
                                          <p:val>
                                            <p:fltVal val="1.0001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3"/>
                                          </p:val>
                                        </p:tav>
                                        <p:tav tm="69660">
                                          <p:val>
                                            <p:fltVal val="1.0011"/>
                                          </p:val>
                                        </p:tav>
                                        <p:tav tm="70790">
                                          <p:val>
                                            <p:fltVal val="1.0028"/>
                                          </p:val>
                                        </p:tav>
                                        <p:tav tm="71910">
                                          <p:val>
                                            <p:fltVal val="1.0058"/>
                                          </p:val>
                                        </p:tav>
                                        <p:tav tm="73030">
                                          <p:val>
                                            <p:fltVal val="1.0102"/>
                                          </p:val>
                                        </p:tav>
                                        <p:tav tm="74160">
                                          <p:val>
                                            <p:fltVal val="1.0159"/>
                                          </p:val>
                                        </p:tav>
                                        <p:tav tm="75280">
                                          <p:val>
                                            <p:fltVal val="1.0202"/>
                                          </p:val>
                                        </p:tav>
                                        <p:tav tm="76400">
                                          <p:val>
                                            <p:fltVal val="1.0231"/>
                                          </p:val>
                                        </p:tav>
                                        <p:tav tm="77530">
                                          <p:val>
                                            <p:fltVal val="1.0247"/>
                                          </p:val>
                                        </p:tav>
                                        <p:tav tm="78650">
                                          <p:val>
                                            <p:fltVal val="1.0256"/>
                                          </p:val>
                                        </p:tav>
                                        <p:tav tm="79780">
                                          <p:val>
                                            <p:fltVal val="1.0258"/>
                                          </p:val>
                                        </p:tav>
                                        <p:tav tm="80900">
                                          <p:val>
                                            <p:fltVal val="1.0258"/>
                                          </p:val>
                                        </p:tav>
                                        <p:tav tm="82020">
                                          <p:val>
                                            <p:fltVal val="1.0256"/>
                                          </p:val>
                                        </p:tav>
                                        <p:tav tm="83150">
                                          <p:val>
                                            <p:fltVal val="1.0243"/>
                                          </p:val>
                                        </p:tav>
                                        <p:tav tm="84270">
                                          <p:val>
                                            <p:fltVal val="1.021"/>
                                          </p:val>
                                        </p:tav>
                                        <p:tav tm="85390">
                                          <p:val>
                                            <p:fltVal val="1.015"/>
                                          </p:val>
                                        </p:tav>
                                        <p:tav tm="86520">
                                          <p:val>
                                            <p:fltVal val="1.0075"/>
                                          </p:val>
                                        </p:tav>
                                        <p:tav tm="87640">
                                          <p:val>
                                            <p:fltVal val="1.0029"/>
                                          </p:val>
                                        </p:tav>
                                        <p:tav tm="88760">
                                          <p:val>
                                            <p:fltVal val="1.0007"/>
                                          </p:val>
                                        </p:tav>
                                        <p:tav tm="89890">
                                          <p:val>
                                            <p:fltVal val="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7"/>
                                          </p:val>
                                        </p:tav>
                                        <p:tav tm="3370">
                                          <p:val>
                                            <p:fltVal val="0.999"/>
                                          </p:val>
                                        </p:tav>
                                        <p:tav tm="4490">
                                          <p:val>
                                            <p:fltVal val="0.9977"/>
                                          </p:val>
                                        </p:tav>
                                        <p:tav tm="5620">
                                          <p:val>
                                            <p:fltVal val="0.9956"/>
                                          </p:val>
                                        </p:tav>
                                        <p:tav tm="6740">
                                          <p:val>
                                            <p:fltVal val="0.9925"/>
                                          </p:val>
                                        </p:tav>
                                        <p:tav tm="7870">
                                          <p:val>
                                            <p:fltVal val="0.9881"/>
                                          </p:val>
                                        </p:tav>
                                        <p:tav tm="8990">
                                          <p:val>
                                            <p:fltVal val="0.9823"/>
                                          </p:val>
                                        </p:tav>
                                        <p:tav tm="10110">
                                          <p:val>
                                            <p:fltVal val="0.9748"/>
                                          </p:val>
                                        </p:tav>
                                        <p:tav tm="11240">
                                          <p:val>
                                            <p:fltVal val="0.9674"/>
                                          </p:val>
                                        </p:tav>
                                        <p:tav tm="12360">
                                          <p:val>
                                            <p:fltVal val="0.9616"/>
                                          </p:val>
                                        </p:tav>
                                        <p:tav tm="13480">
                                          <p:val>
                                            <p:fltVal val="0.9573"/>
                                          </p:val>
                                        </p:tav>
                                        <p:tav tm="14610">
                                          <p:val>
                                            <p:fltVal val="0.9542"/>
                                          </p:val>
                                        </p:tav>
                                        <p:tav tm="15730">
                                          <p:val>
                                            <p:fltVal val="0.9521"/>
                                          </p:val>
                                        </p:tav>
                                        <p:tav tm="16850">
                                          <p:val>
                                            <p:fltVal val="0.9508"/>
                                          </p:val>
                                        </p:tav>
                                        <p:tav tm="17980">
                                          <p:val>
                                            <p:fltVal val="0.9502"/>
                                          </p:val>
                                        </p:tav>
                                        <p:tav tm="19100">
                                          <p:val>
                                            <p:fltVal val="0.95"/>
                                          </p:val>
                                        </p:tav>
                                        <p:tav tm="20220">
                                          <p:val>
                                            <p:fltVal val="0.9499"/>
                                          </p:val>
                                        </p:tav>
                                        <p:tav tm="21350">
                                          <p:val>
                                            <p:fltVal val="0.9503"/>
                                          </p:val>
                                        </p:tav>
                                        <p:tav tm="22470">
                                          <p:val>
                                            <p:fltVal val="0.9523"/>
                                          </p:val>
                                        </p:tav>
                                        <p:tav tm="23600">
                                          <p:val>
                                            <p:fltVal val="0.9576"/>
                                          </p:val>
                                        </p:tav>
                                        <p:tav tm="24720">
                                          <p:val>
                                            <p:fltVal val="0.9681"/>
                                          </p:val>
                                        </p:tav>
                                        <p:tav tm="25840">
                                          <p:val>
                                            <p:fltVal val="0.9829"/>
                                          </p:val>
                                        </p:tav>
                                        <p:tav tm="26970">
                                          <p:val>
                                            <p:fltVal val="0.9929"/>
                                          </p:val>
                                        </p:tav>
                                        <p:tav tm="28090">
                                          <p:val>
                                            <p:fltVal val="0.9979"/>
                                          </p:val>
                                        </p:tav>
                                        <p:tav tm="29210">
                                          <p:val>
                                            <p:fltVal val="0.9997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9"/>
                                          </p:val>
                                        </p:tav>
                                        <p:tav tm="68540">
                                          <p:val>
                                            <p:fltVal val="0.9993"/>
                                          </p:val>
                                        </p:tav>
                                        <p:tav tm="69660">
                                          <p:val>
                                            <p:fltVal val="0.9977"/>
                                          </p:val>
                                        </p:tav>
                                        <p:tav tm="70790">
                                          <p:val>
                                            <p:fltVal val="0.9944"/>
                                          </p:val>
                                        </p:tav>
                                        <p:tav tm="71910">
                                          <p:val>
                                            <p:fltVal val="0.9887"/>
                                          </p:val>
                                        </p:tav>
                                        <p:tav tm="73030">
                                          <p:val>
                                            <p:fltVal val="0.9802"/>
                                          </p:val>
                                        </p:tav>
                                        <p:tav tm="74160">
                                          <p:val>
                                            <p:fltVal val="0.9692"/>
                                          </p:val>
                                        </p:tav>
                                        <p:tav tm="75280">
                                          <p:val>
                                            <p:fltVal val="0.9608"/>
                                          </p:val>
                                        </p:tav>
                                        <p:tav tm="76400">
                                          <p:val>
                                            <p:fltVal val="0.9553"/>
                                          </p:val>
                                        </p:tav>
                                        <p:tav tm="77530">
                                          <p:val>
                                            <p:fltVal val="0.9521"/>
                                          </p:val>
                                        </p:tav>
                                        <p:tav tm="78650">
                                          <p:val>
                                            <p:fltVal val="0.9505"/>
                                          </p:val>
                                        </p:tav>
                                        <p:tav tm="79780">
                                          <p:val>
                                            <p:fltVal val="0.95"/>
                                          </p:val>
                                        </p:tav>
                                        <p:tav tm="80900">
                                          <p:val>
                                            <p:fltVal val="0.95"/>
                                          </p:val>
                                        </p:tav>
                                        <p:tav tm="82020">
                                          <p:val>
                                            <p:fltVal val="0.9505"/>
                                          </p:val>
                                        </p:tav>
                                        <p:tav tm="83150">
                                          <p:val>
                                            <p:fltVal val="0.953"/>
                                          </p:val>
                                        </p:tav>
                                        <p:tav tm="84270">
                                          <p:val>
                                            <p:fltVal val="0.9593"/>
                                          </p:val>
                                        </p:tav>
                                        <p:tav tm="85390">
                                          <p:val>
                                            <p:fltVal val="0.971"/>
                                          </p:val>
                                        </p:tav>
                                        <p:tav tm="86520">
                                          <p:val>
                                            <p:fltVal val="0.9854"/>
                                          </p:val>
                                        </p:tav>
                                        <p:tav tm="87640">
                                          <p:val>
                                            <p:fltVal val="0.9942"/>
                                          </p:val>
                                        </p:tav>
                                        <p:tav tm="88760">
                                          <p:val>
                                            <p:fltVal val="0.9985"/>
                                          </p:val>
                                        </p:tav>
                                        <p:tav tm="89890">
                                          <p:val>
                                            <p:fltVal val="0.9998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1"/>
                                          </p:val>
                                        </p:tav>
                                        <p:tav tm="3370">
                                          <p:val>
                                            <p:fltVal val="1.0004"/>
                                          </p:val>
                                        </p:tav>
                                        <p:tav tm="4490">
                                          <p:val>
                                            <p:fltVal val="1.0011"/>
                                          </p:val>
                                        </p:tav>
                                        <p:tav tm="5620">
                                          <p:val>
                                            <p:fltVal val="1.0022"/>
                                          </p:val>
                                        </p:tav>
                                        <p:tav tm="6740">
                                          <p:val>
                                            <p:fltVal val="1.0038"/>
                                          </p:val>
                                        </p:tav>
                                        <p:tav tm="7870">
                                          <p:val>
                                            <p:fltVal val="1.0061"/>
                                          </p:val>
                                        </p:tav>
                                        <p:tav tm="8990">
                                          <p:val>
                                            <p:fltVal val="1.0091"/>
                                          </p:val>
                                        </p:tav>
                                        <p:tav tm="10110">
                                          <p:val>
                                            <p:fltVal val="1.013"/>
                                          </p:val>
                                        </p:tav>
                                        <p:tav tm="11240">
                                          <p:val>
                                            <p:fltVal val="1.0168"/>
                                          </p:val>
                                        </p:tav>
                                        <p:tav tm="12360">
                                          <p:val>
                                            <p:fltVal val="1.0198"/>
                                          </p:val>
                                        </p:tav>
                                        <p:tav tm="13480">
                                          <p:val>
                                            <p:fltVal val="1.0221"/>
                                          </p:val>
                                        </p:tav>
                                        <p:tav tm="14610">
                                          <p:val>
                                            <p:fltVal val="1.0237"/>
                                          </p:val>
                                        </p:tav>
                                        <p:tav tm="15730">
                                          <p:val>
                                            <p:fltVal val="1.0247"/>
                                          </p:val>
                                        </p:tav>
                                        <p:tav tm="16850">
                                          <p:val>
                                            <p:fltVal val="1.0254"/>
                                          </p:val>
                                        </p:tav>
                                        <p:tav tm="17980">
                                          <p:val>
                                            <p:fltVal val="1.0257"/>
                                          </p:val>
                                        </p:tav>
                                        <p:tav tm="19100">
                                          <p:val>
                                            <p:fltVal val="1.0258"/>
                                          </p:val>
                                        </p:tav>
                                        <p:tav tm="20220">
                                          <p:val>
                                            <p:fltVal val="1.0259"/>
                                          </p:val>
                                        </p:tav>
                                        <p:tav tm="21350">
                                          <p:val>
                                            <p:fltVal val="1.0257"/>
                                          </p:val>
                                        </p:tav>
                                        <p:tav tm="22470">
                                          <p:val>
                                            <p:fltVal val="1.0247"/>
                                          </p:val>
                                        </p:tav>
                                        <p:tav tm="23600">
                                          <p:val>
                                            <p:fltVal val="1.0219"/>
                                          </p:val>
                                        </p:tav>
                                        <p:tav tm="24720">
                                          <p:val>
                                            <p:fltVal val="1.0165"/>
                                          </p:val>
                                        </p:tav>
                                        <p:tav tm="25840">
                                          <p:val>
                                            <p:fltVal val="1.0088"/>
                                          </p:val>
                                        </p:tav>
                                        <p:tav tm="26970">
                                          <p:val>
                                            <p:fltVal val="1.0036"/>
                                          </p:val>
                                        </p:tav>
                                        <p:tav tm="28090">
                                          <p:val>
                                            <p:fltVal val="1.001"/>
                                          </p:val>
                                        </p:tav>
                                        <p:tav tm="29210">
                                          <p:val>
                                            <p:fltVal val="1.0001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3"/>
                                          </p:val>
                                        </p:tav>
                                        <p:tav tm="69660">
                                          <p:val>
                                            <p:fltVal val="1.0011"/>
                                          </p:val>
                                        </p:tav>
                                        <p:tav tm="70790">
                                          <p:val>
                                            <p:fltVal val="1.0028"/>
                                          </p:val>
                                        </p:tav>
                                        <p:tav tm="71910">
                                          <p:val>
                                            <p:fltVal val="1.0058"/>
                                          </p:val>
                                        </p:tav>
                                        <p:tav tm="73030">
                                          <p:val>
                                            <p:fltVal val="1.0102"/>
                                          </p:val>
                                        </p:tav>
                                        <p:tav tm="74160">
                                          <p:val>
                                            <p:fltVal val="1.0159"/>
                                          </p:val>
                                        </p:tav>
                                        <p:tav tm="75280">
                                          <p:val>
                                            <p:fltVal val="1.0202"/>
                                          </p:val>
                                        </p:tav>
                                        <p:tav tm="76400">
                                          <p:val>
                                            <p:fltVal val="1.0231"/>
                                          </p:val>
                                        </p:tav>
                                        <p:tav tm="77530">
                                          <p:val>
                                            <p:fltVal val="1.0247"/>
                                          </p:val>
                                        </p:tav>
                                        <p:tav tm="78650">
                                          <p:val>
                                            <p:fltVal val="1.0256"/>
                                          </p:val>
                                        </p:tav>
                                        <p:tav tm="79780">
                                          <p:val>
                                            <p:fltVal val="1.0258"/>
                                          </p:val>
                                        </p:tav>
                                        <p:tav tm="80900">
                                          <p:val>
                                            <p:fltVal val="1.0258"/>
                                          </p:val>
                                        </p:tav>
                                        <p:tav tm="82020">
                                          <p:val>
                                            <p:fltVal val="1.0256"/>
                                          </p:val>
                                        </p:tav>
                                        <p:tav tm="83150">
                                          <p:val>
                                            <p:fltVal val="1.0243"/>
                                          </p:val>
                                        </p:tav>
                                        <p:tav tm="84270">
                                          <p:val>
                                            <p:fltVal val="1.021"/>
                                          </p:val>
                                        </p:tav>
                                        <p:tav tm="85390">
                                          <p:val>
                                            <p:fltVal val="1.015"/>
                                          </p:val>
                                        </p:tav>
                                        <p:tav tm="86520">
                                          <p:val>
                                            <p:fltVal val="1.0075"/>
                                          </p:val>
                                        </p:tav>
                                        <p:tav tm="87640">
                                          <p:val>
                                            <p:fltVal val="1.0029"/>
                                          </p:val>
                                        </p:tav>
                                        <p:tav tm="88760">
                                          <p:val>
                                            <p:fltVal val="1.0007"/>
                                          </p:val>
                                        </p:tav>
                                        <p:tav tm="89890">
                                          <p:val>
                                            <p:fltVal val="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835DD273-AB40-4D6E-8820-F7DC51E2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s-MX" sz="4800" b="1">
                <a:solidFill>
                  <a:schemeClr val="accent1">
                    <a:lumMod val="50000"/>
                  </a:schemeClr>
                </a:solidFill>
              </a:rPr>
              <a:t>Sistema de evaluación</a:t>
            </a:r>
          </a:p>
        </p:txBody>
      </p:sp>
      <p:graphicFrame>
        <p:nvGraphicFramePr>
          <p:cNvPr id="17" name="Marcador de contenido 16">
            <a:extLst>
              <a:ext uri="{FF2B5EF4-FFF2-40B4-BE49-F238E27FC236}">
                <a16:creationId xmlns:a16="http://schemas.microsoft.com/office/drawing/2014/main" id="{8A96F33B-3297-4129-ADEE-28301D0DFE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6234533"/>
              </p:ext>
            </p:extLst>
          </p:nvPr>
        </p:nvGraphicFramePr>
        <p:xfrm>
          <a:off x="531812" y="1539875"/>
          <a:ext cx="11285050" cy="4263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Marcador de número de diapositiva 3">
            <a:extLst>
              <a:ext uri="{FF2B5EF4-FFF2-40B4-BE49-F238E27FC236}">
                <a16:creationId xmlns:a16="http://schemas.microsoft.com/office/drawing/2014/main" id="{AECC3137-1456-4964-A808-9BC214470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MX" smtClean="0"/>
              <a:pPr/>
              <a:t>10</a:t>
            </a:fld>
            <a:endParaRPr lang="es-MX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80B1C5A-4DA3-FF0D-5F1A-5827F42AC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707" y="0"/>
            <a:ext cx="1864293" cy="116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1B3FFA9F-7B37-D4EF-D9B3-8C9C255C4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4064" y="5692481"/>
            <a:ext cx="1734888" cy="117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069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426C48-31D6-4C8D-B214-88C8AE7D8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Evaluación proyecto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4" descr="Qué es un elevator pitch y cómo puedo prepararlo? - DCabo Consultores -  Servicios de Asesoría y Consultoría en Córdoba">
            <a:extLst>
              <a:ext uri="{FF2B5EF4-FFF2-40B4-BE49-F238E27FC236}">
                <a16:creationId xmlns:a16="http://schemas.microsoft.com/office/drawing/2014/main" id="{CADB1395-D71A-49D3-84D5-B1D63EF89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182" y="1970631"/>
            <a:ext cx="4777381" cy="274699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7C69882-959E-4698-982A-BCE59179B4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lvl="0"/>
            <a:r>
              <a:rPr lang="es-ES" dirty="0">
                <a:effectLst/>
              </a:rPr>
              <a:t>Análisis del problema</a:t>
            </a:r>
          </a:p>
          <a:p>
            <a:pPr marL="342900" lvl="0"/>
            <a:r>
              <a:rPr lang="es-ES" dirty="0">
                <a:effectLst/>
              </a:rPr>
              <a:t>Conjunto de datos elegido </a:t>
            </a:r>
          </a:p>
          <a:p>
            <a:pPr marL="342900" lvl="0"/>
            <a:r>
              <a:rPr lang="es-ES" dirty="0">
                <a:effectLst/>
              </a:rPr>
              <a:t>Metadatos</a:t>
            </a:r>
          </a:p>
          <a:p>
            <a:pPr marL="342900" lvl="0"/>
            <a:r>
              <a:rPr lang="es-ES" dirty="0">
                <a:effectLst/>
              </a:rPr>
              <a:t>Hipótesis para evaluar</a:t>
            </a:r>
          </a:p>
          <a:p>
            <a:pPr marL="342900" lvl="0"/>
            <a:r>
              <a:rPr lang="es-ES" dirty="0">
                <a:effectLst/>
              </a:rPr>
              <a:t>EDA</a:t>
            </a:r>
          </a:p>
          <a:p>
            <a:pPr marL="342900" lvl="0"/>
            <a:r>
              <a:rPr lang="es-ES" dirty="0">
                <a:effectLst/>
              </a:rPr>
              <a:t>Una presentación de discurso de ascensor (máx. 5 +- 1 min)</a:t>
            </a:r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585A53E-4CEF-1A42-A3CA-D18010330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3679" y="5675247"/>
            <a:ext cx="1864293" cy="116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E639D04C-EBE1-F408-2257-4FBE64CC4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34888" cy="117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01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8" name="Rectangle 717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7F8F217-B23C-4815-8E6E-46F8D421DDE8}"/>
              </a:ext>
            </a:extLst>
          </p:cNvPr>
          <p:cNvSpPr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Bibliografía sugerida</a:t>
            </a:r>
            <a:endParaRPr lang="en-US" sz="6600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717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Un loro en la mano&#10;&#10;Descripción generada automáticamente con confianza baja">
            <a:extLst>
              <a:ext uri="{FF2B5EF4-FFF2-40B4-BE49-F238E27FC236}">
                <a16:creationId xmlns:a16="http://schemas.microsoft.com/office/drawing/2014/main" id="{436DBFCE-8C82-913B-2023-05A4A7257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53093" y="2642616"/>
            <a:ext cx="2748310" cy="360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Tabla&#10;&#10;Descripción generada automáticamente con confianza media">
            <a:extLst>
              <a:ext uri="{FF2B5EF4-FFF2-40B4-BE49-F238E27FC236}">
                <a16:creationId xmlns:a16="http://schemas.microsoft.com/office/drawing/2014/main" id="{90C77AD0-F34E-5EF6-ACFE-0270FBF81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579" y="2642616"/>
            <a:ext cx="3272249" cy="360578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BB610F4-8C36-6F98-6E61-349D38A1F01A}"/>
              </a:ext>
            </a:extLst>
          </p:cNvPr>
          <p:cNvSpPr txBox="1"/>
          <p:nvPr/>
        </p:nvSpPr>
        <p:spPr>
          <a:xfrm>
            <a:off x="1643338" y="6269898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https://clauswilke.com/dataviz/</a:t>
            </a:r>
            <a:endParaRPr lang="en-GB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3E2ABFF-B2D0-8C79-B8F7-2F63818E2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707" y="3250"/>
            <a:ext cx="1864293" cy="116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33D9285F-63EA-DE0E-F824-2D2F449BC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34888" cy="117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0928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19CBAB-B24E-48B0-B8BA-E591C196D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579" y="116582"/>
            <a:ext cx="4977976" cy="1454051"/>
          </a:xfrm>
        </p:spPr>
        <p:txBody>
          <a:bodyPr>
            <a:normAutofit/>
          </a:bodyPr>
          <a:lstStyle/>
          <a:p>
            <a:r>
              <a:rPr lang="en-GB" sz="4800" b="1" dirty="0">
                <a:solidFill>
                  <a:schemeClr val="tx2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 Outcomes</a:t>
            </a:r>
            <a:endParaRPr lang="es-MX" sz="4800" dirty="0">
              <a:solidFill>
                <a:schemeClr val="tx2"/>
              </a:solidFill>
            </a:endParaRPr>
          </a:p>
        </p:txBody>
      </p:sp>
      <p:pic>
        <p:nvPicPr>
          <p:cNvPr id="7" name="Graphic 6" descr="Person with Idea">
            <a:extLst>
              <a:ext uri="{FF2B5EF4-FFF2-40B4-BE49-F238E27FC236}">
                <a16:creationId xmlns:a16="http://schemas.microsoft.com/office/drawing/2014/main" id="{8A1E44F9-148C-6D0E-E4FD-9CB76966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7D2025-5878-4554-886B-6F4094941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868" y="1441342"/>
            <a:ext cx="5672640" cy="4613703"/>
          </a:xfrm>
        </p:spPr>
        <p:txBody>
          <a:bodyPr anchor="ctr">
            <a:noAutofit/>
          </a:bodyPr>
          <a:lstStyle/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ES" sz="2200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Desarrollar una mentalidad orientada a los datos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es-ES" sz="2200" b="0" i="0" dirty="0">
              <a:solidFill>
                <a:schemeClr val="tx2"/>
              </a:solidFill>
              <a:effectLst/>
              <a:latin typeface="Roboto" panose="02000000000000000000" pitchFamily="2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ES" sz="2200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Implementar visualizaciones en combinación con estadísticas como parte del proceso de toma de decisiones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es-ES" sz="2200" b="0" i="0" dirty="0">
              <a:solidFill>
                <a:schemeClr val="tx2"/>
              </a:solidFill>
              <a:effectLst/>
              <a:latin typeface="Roboto" panose="02000000000000000000" pitchFamily="2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ES" sz="2200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Distinguir entre tipos de datos y técnicas de visualización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es-ES" sz="2200" b="0" i="0" dirty="0">
              <a:solidFill>
                <a:schemeClr val="tx2"/>
              </a:solidFill>
              <a:effectLst/>
              <a:latin typeface="Roboto" panose="02000000000000000000" pitchFamily="2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ES" sz="2200" b="0" i="0" dirty="0">
                <a:solidFill>
                  <a:schemeClr val="tx2"/>
                </a:solidFill>
                <a:effectLst/>
                <a:latin typeface="Roboto" panose="02000000000000000000" pitchFamily="2" charset="0"/>
              </a:rPr>
              <a:t>Incorporar la narrativa más adecuada para cada situación</a:t>
            </a:r>
            <a:endParaRPr lang="es-MX" sz="2200" dirty="0">
              <a:solidFill>
                <a:schemeClr val="tx2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2">
            <a:extLst>
              <a:ext uri="{FF2B5EF4-FFF2-40B4-BE49-F238E27FC236}">
                <a16:creationId xmlns:a16="http://schemas.microsoft.com/office/drawing/2014/main" id="{F626A01B-CD51-D014-E429-3BF732541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707" y="0"/>
            <a:ext cx="1864293" cy="116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56DF5191-6857-172A-DCA4-DE57F805F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4064" y="5692481"/>
            <a:ext cx="1734888" cy="117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106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iagrama&#10;&#10;Descripción generada automáticamente">
            <a:extLst>
              <a:ext uri="{FF2B5EF4-FFF2-40B4-BE49-F238E27FC236}">
                <a16:creationId xmlns:a16="http://schemas.microsoft.com/office/drawing/2014/main" id="{083376AF-F770-4648-8AAA-23DCE3164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48353" y="527366"/>
            <a:ext cx="9376474" cy="5927272"/>
          </a:xfrm>
          <a:prstGeom prst="cloud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7504DF0C-CE8C-49E2-ACEC-9DFECF6DD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2925" y="6454638"/>
            <a:ext cx="6609921" cy="430888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200" i="1" dirty="0">
                <a:solidFill>
                  <a:schemeClr val="accent1">
                    <a:lumMod val="50000"/>
                  </a:schemeClr>
                </a:solidFill>
              </a:rPr>
              <a:t>The </a:t>
            </a:r>
            <a:r>
              <a:rPr lang="en-GB" sz="2200" i="1" dirty="0" err="1">
                <a:solidFill>
                  <a:schemeClr val="accent1">
                    <a:lumMod val="50000"/>
                  </a:schemeClr>
                </a:solidFill>
              </a:rPr>
              <a:t>Baader</a:t>
            </a:r>
            <a:r>
              <a:rPr lang="en-GB" sz="2200" i="1" dirty="0">
                <a:solidFill>
                  <a:schemeClr val="accent1">
                    <a:lumMod val="50000"/>
                  </a:schemeClr>
                </a:solidFill>
              </a:rPr>
              <a:t>–</a:t>
            </a:r>
            <a:r>
              <a:rPr lang="en-GB" sz="2200" i="1" dirty="0" err="1">
                <a:solidFill>
                  <a:schemeClr val="accent1">
                    <a:lumMod val="50000"/>
                  </a:schemeClr>
                </a:solidFill>
              </a:rPr>
              <a:t>Meinhof</a:t>
            </a:r>
            <a:r>
              <a:rPr lang="en-GB" sz="2200" i="1" dirty="0">
                <a:solidFill>
                  <a:schemeClr val="accent1">
                    <a:lumMod val="50000"/>
                  </a:schemeClr>
                </a:solidFill>
              </a:rPr>
              <a:t> phenomenon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7915E4C-204C-49BE-B089-852770DB933F}"/>
              </a:ext>
            </a:extLst>
          </p:cNvPr>
          <p:cNvSpPr txBox="1"/>
          <p:nvPr/>
        </p:nvSpPr>
        <p:spPr>
          <a:xfrm>
            <a:off x="0" y="0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i="1" dirty="0"/>
              <a:t>Are you familiar with the “Frequency illusion”? </a:t>
            </a:r>
            <a:endParaRPr lang="es-MX" sz="3200" b="1" dirty="0"/>
          </a:p>
        </p:txBody>
      </p:sp>
      <p:pic>
        <p:nvPicPr>
          <p:cNvPr id="2" name="Picture 2" descr="Logotipo&#10;&#10;Descripción generada automáticamente">
            <a:extLst>
              <a:ext uri="{FF2B5EF4-FFF2-40B4-BE49-F238E27FC236}">
                <a16:creationId xmlns:a16="http://schemas.microsoft.com/office/drawing/2014/main" id="{88807755-3E45-2ADE-6BD4-319EAFB82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9998" y="5649406"/>
            <a:ext cx="1864293" cy="116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Texto&#10;&#10;Descripción generada automáticamente">
            <a:extLst>
              <a:ext uri="{FF2B5EF4-FFF2-40B4-BE49-F238E27FC236}">
                <a16:creationId xmlns:a16="http://schemas.microsoft.com/office/drawing/2014/main" id="{706E2E83-F607-432D-56E1-3DD8C3E56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68430"/>
            <a:ext cx="1734888" cy="117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342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lementos multimedia en línea 3" title="Persuasion and the Power of Story: Jennifer Aaker (Future of StoryTelling 2013)">
            <a:hlinkClick r:id="" action="ppaction://media"/>
            <a:extLst>
              <a:ext uri="{FF2B5EF4-FFF2-40B4-BE49-F238E27FC236}">
                <a16:creationId xmlns:a16="http://schemas.microsoft.com/office/drawing/2014/main" id="{BC863F3C-39EE-5A58-E09C-D059713239E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160186" y="821410"/>
            <a:ext cx="8037178" cy="454100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9A59B10-9D94-4C5B-8BF0-95928DCE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54E31B9-72DD-4DE4-B3E3-4395530BE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68738192-1FEA-49E1-BFF3-6D1C324A5C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3C51644-0F34-453B-92B8-9FF33932E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ADB9AB8-2EB4-4B5E-9A1E-84F2E44D9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95F439B0-E080-4B01-85AF-D226A85BA4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DEC643B-AA3F-4913-B411-1458BCEF26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4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9192A232-56F0-9B4D-072B-AC8C4A8EEB67}"/>
              </a:ext>
            </a:extLst>
          </p:cNvPr>
          <p:cNvSpPr txBox="1"/>
          <p:nvPr/>
        </p:nvSpPr>
        <p:spPr>
          <a:xfrm>
            <a:off x="435245" y="2527540"/>
            <a:ext cx="3795791" cy="23083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Persuasion and the Power of Story: Jennifer Aaker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(Future of </a:t>
            </a:r>
            <a:r>
              <a:rPr lang="en-US" sz="4000" b="1" i="0" kern="1200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StoryTelling</a:t>
            </a:r>
            <a:r>
              <a:rPr lang="en-US" sz="4000" b="1" i="0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 2013)</a:t>
            </a:r>
          </a:p>
        </p:txBody>
      </p:sp>
    </p:spTree>
    <p:extLst>
      <p:ext uri="{BB962C8B-B14F-4D97-AF65-F5344CB8AC3E}">
        <p14:creationId xmlns:p14="http://schemas.microsoft.com/office/powerpoint/2010/main" val="153145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1407</TotalTime>
  <Words>665</Words>
  <Application>Microsoft Office PowerPoint</Application>
  <PresentationFormat>Panorámica</PresentationFormat>
  <Paragraphs>99</Paragraphs>
  <Slides>15</Slides>
  <Notes>1</Notes>
  <HiddenSlides>0</HiddenSlides>
  <MMClips>1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Roboto</vt:lpstr>
      <vt:lpstr>Symbol</vt:lpstr>
      <vt:lpstr>Tema de Office</vt:lpstr>
      <vt:lpstr>Visualización de Datos y Narración de Historias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Lineamientos para una correcta sesión en línea</vt:lpstr>
      <vt:lpstr>Presentación de PowerPoint</vt:lpstr>
      <vt:lpstr>Syllabus</vt:lpstr>
      <vt:lpstr>Sistema de evaluación</vt:lpstr>
      <vt:lpstr>Evaluación proyecto</vt:lpstr>
      <vt:lpstr>Presentación de PowerPoint</vt:lpstr>
      <vt:lpstr>Student Outcomes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Problemas de Negocio y Soluciones de Ciencia de Datos</dc:title>
  <dc:creator>Edgar Avalos Gauna</dc:creator>
  <cp:lastModifiedBy>Edgar Avalos Gauna</cp:lastModifiedBy>
  <cp:revision>107</cp:revision>
  <dcterms:created xsi:type="dcterms:W3CDTF">2020-10-23T23:47:14Z</dcterms:created>
  <dcterms:modified xsi:type="dcterms:W3CDTF">2025-04-02T00:48:54Z</dcterms:modified>
</cp:coreProperties>
</file>